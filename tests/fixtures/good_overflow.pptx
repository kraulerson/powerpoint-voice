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graphicFrame>
        <p:xfrm>
          <a:off x="-3000000" y="-3000000"/>
          <a:ext cx="6000000" cy="6000000"/>
        </p:xfrm>
        <a:graphic>
          <a:graphicData uri="http://schemas.openxmlformats.org/drawingml/2006/table">
            <a:tbl/>
          </a:graphicData>
        </a:graphic>
      </p:graphicFrame>
    </p:spTree>
  </p:cSld>
</p:sld>
</file>