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</p:bgPr>
    </p:bg>
    <p:spTree>
      <p:sp>
        <p:spPr>
          <a:xfrm>
            <a:off x="800000" y="500000"/>
            <a:ext cx="6000000" cy="1000000"/>
          </a:xfrm>
        </p:spPr>
        <p:txBody>
          <a:p>
            <a:r>
              <a:rPr sz="3600">
                <a:solidFill>
                  <a:schemeClr val="accent1"/>
                </a:solidFill>
              </a:rPr>
              <a:t>Accent</a:t>
            </a:r>
          </a:p>
        </p:txBody>
      </p:sp>
      <p:sp>
        <p:spPr>
          <a:xfrm>
            <a:off x="800000" y="2000000"/>
            <a:ext cx="6000000" cy="1000000"/>
          </a:xfrm>
        </p:spPr>
        <p:txBody>
          <a:p>
            <a:r>
              <a:rPr sz="3600"/>
              <a:t>Plain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>
      <a:fillStyleLst/>
      <a:lnStyleLst/>
      <a:effectStyleLst/>
      <a:bg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lt1"/>
            </a:gs>
          </a:gsLst>
        </a:gradFill>
      </a:bgFillStyleLst>
    </a:fmtScheme>
  </a:themeElements>
</a:theme>
</file>