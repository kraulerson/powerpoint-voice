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</p:bgPr>
    </p:bg>
    <p:spTree>
      <p:sp>
        <p:spPr>
          <a:xfrm>
            <a:off x="800000" y="500000"/>
            <a:ext cx="6000000" cy="1000000"/>
          </a:xfrm>
        </p:spPr>
        <p:txBody>
          <a:p>
            <a:r>
              <a:rPr sz="3600">
                <a:solidFill>
                  <a:schemeClr val="accent1"/>
                </a:solidFill>
              </a:rPr>
              <a:t>Accent</a:t>
            </a:r>
          </a:p>
        </p:txBody>
      </p:sp>
      <p:sp>
        <p:spPr>
          <a:xfrm>
            <a:off x="800000" y="2000000"/>
            <a:ext cx="6000000" cy="1000000"/>
          </a:xfrm>
        </p:spPr>
        <p:txBody>
          <a:p>
            <a:r>
              <a:rPr sz="3600"/>
              <a:t>Plain</a:t>
            </a:r>
          </a:p>
        </p:txBody>
      </p:sp>
    </p:spTree>
  </p:cSld>
</p:sld>
</file>

<file path=ppt/theme/theme1.xml><?xml version="1.0" encoding="utf-8"?>
<a:theme xmlns:a="http://schemas.openxmlformats.org/drawingml/2006/main" name="T">
  <a:themeElements>
    <a:clrScheme name="C">
      <a:dk1>
        <a:srgbClr val="1E2430"/>
      </a:dk1>
      <a:lt1>
        <a:srgbClr val="FFFFFF"/>
      </a:lt1>
      <a:dk2>
        <a:srgbClr val="101114"/>
      </a:dk2>
      <a:lt2>
        <a:srgbClr val="EEEEEE"/>
      </a:lt2>
      <a:accent1>
        <a:srgbClr val="FF0000"/>
      </a:accent1>
      <a:accent2>
        <a:srgbClr val="00FF00"/>
      </a:accent2>
      <a:accent3>
        <a:srgbClr val="0000FF"/>
      </a:accent3>
      <a:accent4>
        <a:srgbClr val="FFFF00"/>
      </a:accent4>
      <a:accent5>
        <a:srgbClr val="FF00FF"/>
      </a:accent5>
      <a:accent6>
        <a:srgbClr val="00FFFF"/>
      </a:accent6>
      <a:hlink>
        <a:srgbClr val="0563C1"/>
      </a:hlink>
      <a:folHlink>
        <a:srgbClr val="954F72"/>
      </a:folHlink>
    </a:clrScheme>
    <a:fontScheme name="F"/>
    <a:fmtScheme name="S">
      <a:fillStyleLst/>
      <a:lnStyleLst/>
      <a:effectStyleLst/>
      <a:bg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lt1"/>
            </a:gs>
          </a:gsLst>
        </a:gradFill>
      </a:bgFillStyleLst>
    </a:fmtScheme>
  </a:themeElements>
</a:theme>
</file>