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9" Type="http://schemas.openxmlformats.org/officeDocument/2006/relationships/image" Target="../../../../../../../../etc/passw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9"/>
        </p:blipFill>
        <p:spPr>
          <a:xfrm>
            <a:off x="100" y="100"/>
            <a:ext cx="5000000" cy="3000000"/>
          </a:xfrm>
        </p:spPr>
      </p:pic>
    </p:spTree>
  </p:cSld>
</p:sld>
</file>

<file path=../../../../tmp/pptv-zip-slip-probe.txt>if this file exists on disk, we extracted
</file>