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itle"/>
          <p:cNvSpPr/>
          <p:nvPr>
            <p:ph type="title"/>
          </p:nvPr>
        </p:nvSpPr>
        <p:spPr>
          <a:xfrm>
            <a:off x="600000" y="400000"/>
            <a:ext cx="11000000" cy="1500000"/>
          </a:xfrm>
        </p:spPr>
        <p:txBody>
          <a:p/>
        </p:txBody>
      </p:sp>
    </p:spTree>
  </p:cSld>
</p:sldLayout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itle"/>
          <p:cNvSpPr/>
          <p:nvPr>
            <p:ph type="title"/>
          </p:nvPr>
        </p:nvSpPr>
        <p:spPr/>
        <p:txBody>
          <a:p>
            <a:r>
              <a:rPr sz="4400">
                <a:solidFill>
                  <a:srgbClr val="FFFFFF"/>
                </a:solidFill>
              </a:rPr>
              <a:t>Inherited Title</a:t>
            </a:r>
          </a:p>
        </p:txBody>
      </p:sp>
    </p:spTree>
  </p:cSld>
</p:sld>
</file>