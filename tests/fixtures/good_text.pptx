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0"/>
        </a:solidFill>
      </p:bgPr>
    </p:bg>
    <p:spTree>
      <p:sp>
        <p:spPr>
          <a:xfrm>
            <a:off x="838200" y="365125"/>
            <a:ext cx="10515600" cy="1325563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Quarterly Review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838200" y="365125"/>
            <a:ext cx="10515600" cy="1000000"/>
          </a:xfrm>
        </p:spPr>
        <p:txBody>
          <a:p>
            <a:r>
              <a:rPr sz="3200" b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</p:spTree>
  </p:cSld>
</p:sld>
</file>