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
<p:presentation xmlns:p="http://schemas.openxmlformats.org/presentationml/2006/main"><p:sldIdLst><p:sldId id="256"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0" y="0"/>
            <a:ext cx="100" cy="1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x</a:t>
            </a:r>
          </a:p>
        </p:txBody>
      </p:sp>
    </p:spTree>
  </p:cSld>
</p:sld>
</file>