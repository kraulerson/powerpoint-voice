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 standalone="yes"?>
<p:presentation xmlns:p="http://schemas.openxmlformats.org/presentationml/2006/main"><p:sldIdLst><p:sldId id="256"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" Target="slides/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sp>
        <p:spPr>
          <a:xfrm>
            <a:off x="0" y="0"/>
            <a:ext cx="100" cy="100"/>
          </a:xfrm>
        </p:spPr>
        <p:txBody>
          <a:p>
            <a:r>
              <a:rPr sz="4400" b="1">
                <a:solidFill>
                  <a:srgbClr val="FFFFFF"/>
                </a:solidFill>
                <a:latin typeface="Calibri"/>
              </a:rPr>
              <a:t>x</a:t>
            </a:r>
          </a:p>
        </p:txBody>
      </p:sp>
    </p:spTree>
  </p:cSld>
</p:sld>
</file>