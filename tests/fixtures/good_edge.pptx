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200000"/>
            <a:ext cx="10515600" cy="9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spPr>
          <a:xfrm>
            <a:off x="838200" y="1200000"/>
            <a:ext cx="10515600" cy="900000"/>
          </a:xfrm>
        </p:spPr>
        <p:txBody>
          <a:p/>
        </p:txBody>
      </p:sp>
    </p:spTree>
  </p:cSld>
</p:sld>
</file>