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3" Type="http://schemas.openxmlformats.org/officeDocument/2006/relationships/slide" Target="slides/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spPr>
          <a:xfrm>
            <a:off x="0" y="0"/>
            <a:ext cx="100" cy="1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One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spPr>
          <a:xfrm>
            <a:off x="0" y="0"/>
            <a:ext cx="100" cy="1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Three</a:t>
            </a:r>
          </a:p>
        </p:txBody>
      </p:sp>
    </p:spTree>
  </p:cSld>
</p:sld>
</file>