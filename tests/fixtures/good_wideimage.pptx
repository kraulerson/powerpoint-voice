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pic>
        <p:blipFill>
          <a:blip r:embed="rId1"/>
        </p:blipFill>
        <p:spPr>
          <a:xfrm>
            <a:off x="2000000" y="2000000"/>
            <a:ext cx="4000000" cy="4000000"/>
          </a:xfrm>
        </p:spPr>
      </p:pic>
    </p:spTree>
  </p:cSld>
</p:sld>
</file>