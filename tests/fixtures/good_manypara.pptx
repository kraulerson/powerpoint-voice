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200000"/>
            <a:ext cx="10515600" cy="6000000"/>
          </a:xfrm>
        </p:spPr>
        <p:txBody>
          <a:p>
            <a:r>
              <a:rPr sz="1800">
                <a:solidFill>
                  <a:srgbClr val="FFFFFF"/>
                </a:solidFill>
              </a:rPr>
              <a:t>line0</a:t>
            </a:r>
          </a:p>
          <a:p>
            <a:r>
              <a:rPr sz="1800">
                <a:solidFill>
                  <a:srgbClr val="FFFFFF"/>
                </a:solidFill>
              </a:rPr>
              <a:t>line1</a:t>
            </a:r>
          </a:p>
          <a:p>
            <a:r>
              <a:rPr sz="1800">
                <a:solidFill>
                  <a:srgbClr val="FFFFFF"/>
                </a:solidFill>
              </a:rPr>
              <a:t>line2</a:t>
            </a:r>
          </a:p>
          <a:p>
            <a:r>
              <a:rPr sz="1800">
                <a:solidFill>
                  <a:srgbClr val="FFFFFF"/>
                </a:solidFill>
              </a:rPr>
              <a:t>line3</a:t>
            </a:r>
          </a:p>
          <a:p>
            <a:r>
              <a:rPr sz="1800">
                <a:solidFill>
                  <a:srgbClr val="FFFFFF"/>
                </a:solidFill>
              </a:rPr>
              <a:t>line4</a:t>
            </a:r>
          </a:p>
          <a:p>
            <a:r>
              <a:rPr sz="1800">
                <a:solidFill>
                  <a:srgbClr val="FFFFFF"/>
                </a:solidFill>
              </a:rPr>
              <a:t>line5</a:t>
            </a:r>
          </a:p>
          <a:p>
            <a:r>
              <a:rPr sz="1800">
                <a:solidFill>
                  <a:srgbClr val="FFFFFF"/>
                </a:solidFill>
              </a:rPr>
              <a:t>line6</a:t>
            </a:r>
          </a:p>
          <a:p>
            <a:r>
              <a:rPr sz="1800">
                <a:solidFill>
                  <a:srgbClr val="FFFFFF"/>
                </a:solidFill>
              </a:rPr>
              <a:t>line7</a:t>
            </a:r>
          </a:p>
          <a:p>
            <a:r>
              <a:rPr sz="1800">
                <a:solidFill>
                  <a:srgbClr val="FFFFFF"/>
                </a:solidFill>
              </a:rPr>
              <a:t>line8</a:t>
            </a:r>
          </a:p>
          <a:p>
            <a:r>
              <a:rPr sz="1800">
                <a:solidFill>
                  <a:srgbClr val="FFFFFF"/>
                </a:solidFill>
              </a:rPr>
              <a:t>line9</a:t>
            </a:r>
          </a:p>
          <a:p>
            <a:r>
              <a:rPr sz="1800">
                <a:solidFill>
                  <a:srgbClr val="FFFFFF"/>
                </a:solidFill>
              </a:rPr>
              <a:t>line10</a:t>
            </a:r>
          </a:p>
          <a:p>
            <a:r>
              <a:rPr sz="1800">
                <a:solidFill>
                  <a:srgbClr val="FFFFFF"/>
                </a:solidFill>
              </a:rPr>
              <a:t>line11</a:t>
            </a:r>
          </a:p>
          <a:p>
            <a:r>
              <a:rPr sz="1800">
                <a:solidFill>
                  <a:srgbClr val="FFFFFF"/>
                </a:solidFill>
              </a:rPr>
              <a:t>line12</a:t>
            </a:r>
          </a:p>
          <a:p>
            <a:r>
              <a:rPr sz="1800">
                <a:solidFill>
                  <a:srgbClr val="FFFFFF"/>
                </a:solidFill>
              </a:rPr>
              <a:t>line13</a:t>
            </a:r>
          </a:p>
          <a:p>
            <a:r>
              <a:rPr sz="1800">
                <a:solidFill>
                  <a:srgbClr val="FFFFFF"/>
                </a:solidFill>
              </a:rPr>
              <a:t>line14</a:t>
            </a:r>
          </a:p>
          <a:p>
            <a:r>
              <a:rPr sz="1800">
                <a:solidFill>
                  <a:srgbClr val="FFFFFF"/>
                </a:solidFill>
              </a:rPr>
              <a:t>line15</a:t>
            </a:r>
          </a:p>
          <a:p>
            <a:r>
              <a:rPr sz="1800">
                <a:solidFill>
                  <a:srgbClr val="FFFFFF"/>
                </a:solidFill>
              </a:rPr>
              <a:t>line16</a:t>
            </a:r>
          </a:p>
          <a:p>
            <a:r>
              <a:rPr sz="1800">
                <a:solidFill>
                  <a:srgbClr val="FFFFFF"/>
                </a:solidFill>
              </a:rPr>
              <a:t>line17</a:t>
            </a:r>
          </a:p>
          <a:p>
            <a:r>
              <a:rPr sz="1800">
                <a:solidFill>
                  <a:srgbClr val="FFFFFF"/>
                </a:solidFill>
              </a:rPr>
              <a:t>line18</a:t>
            </a:r>
          </a:p>
          <a:p>
            <a:r>
              <a:rPr sz="1800">
                <a:solidFill>
                  <a:srgbClr val="FFFFFF"/>
                </a:solidFill>
              </a:rPr>
              <a:t>line19</a:t>
            </a:r>
          </a:p>
          <a:p>
            <a:r>
              <a:rPr sz="1800">
                <a:solidFill>
                  <a:srgbClr val="FFFFFF"/>
                </a:solidFill>
              </a:rPr>
              <a:t>line20</a:t>
            </a:r>
          </a:p>
          <a:p>
            <a:r>
              <a:rPr sz="1800">
                <a:solidFill>
                  <a:srgbClr val="FFFFFF"/>
                </a:solidFill>
              </a:rPr>
              <a:t>line21</a:t>
            </a:r>
          </a:p>
          <a:p>
            <a:r>
              <a:rPr sz="1800">
                <a:solidFill>
                  <a:srgbClr val="FFFFFF"/>
                </a:solidFill>
              </a:rPr>
              <a:t>line22</a:t>
            </a:r>
          </a:p>
          <a:p>
            <a:r>
              <a:rPr sz="1800">
                <a:solidFill>
                  <a:srgbClr val="FFFFFF"/>
                </a:solidFill>
              </a:rPr>
              <a:t>line23</a:t>
            </a:r>
          </a:p>
          <a:p>
            <a:r>
              <a:rPr sz="1800">
                <a:solidFill>
                  <a:srgbClr val="FFFFFF"/>
                </a:solidFill>
              </a:rPr>
              <a:t>line24</a:t>
            </a:r>
          </a:p>
          <a:p>
            <a:r>
              <a:rPr sz="1800">
                <a:solidFill>
                  <a:srgbClr val="FFFFFF"/>
                </a:solidFill>
              </a:rPr>
              <a:t>line25</a:t>
            </a:r>
          </a:p>
          <a:p>
            <a:r>
              <a:rPr sz="1800">
                <a:solidFill>
                  <a:srgbClr val="FFFFFF"/>
                </a:solidFill>
              </a:rPr>
              <a:t>line26</a:t>
            </a:r>
          </a:p>
          <a:p>
            <a:r>
              <a:rPr sz="1800">
                <a:solidFill>
                  <a:srgbClr val="FFFFFF"/>
                </a:solidFill>
              </a:rPr>
              <a:t>line27</a:t>
            </a:r>
          </a:p>
          <a:p>
            <a:r>
              <a:rPr sz="1800">
                <a:solidFill>
                  <a:srgbClr val="FFFFFF"/>
                </a:solidFill>
              </a:rPr>
              <a:t>line28</a:t>
            </a:r>
          </a:p>
          <a:p>
            <a:r>
              <a:rPr sz="1800">
                <a:solidFill>
                  <a:srgbClr val="FFFFFF"/>
                </a:solidFill>
              </a:rPr>
              <a:t>line29</a:t>
            </a:r>
          </a:p>
          <a:p>
            <a:r>
              <a:rPr sz="1800">
                <a:solidFill>
                  <a:srgbClr val="FFFFFF"/>
                </a:solidFill>
              </a:rPr>
              <a:t>line30</a:t>
            </a:r>
          </a:p>
          <a:p>
            <a:r>
              <a:rPr sz="1800">
                <a:solidFill>
                  <a:srgbClr val="FFFFFF"/>
                </a:solidFill>
              </a:rPr>
              <a:t>line31</a:t>
            </a:r>
          </a:p>
          <a:p>
            <a:r>
              <a:rPr sz="1800">
                <a:solidFill>
                  <a:srgbClr val="FFFFFF"/>
                </a:solidFill>
              </a:rPr>
              <a:t>line32</a:t>
            </a:r>
          </a:p>
          <a:p>
            <a:r>
              <a:rPr sz="1800">
                <a:solidFill>
                  <a:srgbClr val="FFFFFF"/>
                </a:solidFill>
              </a:rPr>
              <a:t>line33</a:t>
            </a:r>
          </a:p>
          <a:p>
            <a:r>
              <a:rPr sz="1800">
                <a:solidFill>
                  <a:srgbClr val="FFFFFF"/>
                </a:solidFill>
              </a:rPr>
              <a:t>line34</a:t>
            </a:r>
          </a:p>
          <a:p>
            <a:r>
              <a:rPr sz="1800">
                <a:solidFill>
                  <a:srgbClr val="FFFFFF"/>
                </a:solidFill>
              </a:rPr>
              <a:t>line35</a:t>
            </a:r>
          </a:p>
          <a:p>
            <a:r>
              <a:rPr sz="1800">
                <a:solidFill>
                  <a:srgbClr val="FFFFFF"/>
                </a:solidFill>
              </a:rPr>
              <a:t>line36</a:t>
            </a:r>
          </a:p>
          <a:p>
            <a:r>
              <a:rPr sz="1800">
                <a:solidFill>
                  <a:srgbClr val="FFFFFF"/>
                </a:solidFill>
              </a:rPr>
              <a:t>line37</a:t>
            </a:r>
          </a:p>
          <a:p>
            <a:r>
              <a:rPr sz="1800">
                <a:solidFill>
                  <a:srgbClr val="FFFFFF"/>
                </a:solidFill>
              </a:rPr>
              <a:t>line38</a:t>
            </a:r>
          </a:p>
          <a:p>
            <a:r>
              <a:rPr sz="1800">
                <a:solidFill>
                  <a:srgbClr val="FFFFFF"/>
                </a:solidFill>
              </a:rPr>
              <a:t>line39</a:t>
            </a:r>
          </a:p>
          <a:p>
            <a:r>
              <a:rPr sz="1800">
                <a:solidFill>
                  <a:srgbClr val="FFFFFF"/>
                </a:solidFill>
              </a:rPr>
              <a:t>line40</a:t>
            </a:r>
          </a:p>
          <a:p>
            <a:r>
              <a:rPr sz="1800">
                <a:solidFill>
                  <a:srgbClr val="FFFFFF"/>
                </a:solidFill>
              </a:rPr>
              <a:t>line41</a:t>
            </a:r>
          </a:p>
          <a:p>
            <a:r>
              <a:rPr sz="1800">
                <a:solidFill>
                  <a:srgbClr val="FFFFFF"/>
                </a:solidFill>
              </a:rPr>
              <a:t>line42</a:t>
            </a:r>
          </a:p>
          <a:p>
            <a:r>
              <a:rPr sz="1800">
                <a:solidFill>
                  <a:srgbClr val="FFFFFF"/>
                </a:solidFill>
              </a:rPr>
              <a:t>line43</a:t>
            </a:r>
          </a:p>
          <a:p>
            <a:r>
              <a:rPr sz="1800">
                <a:solidFill>
                  <a:srgbClr val="FFFFFF"/>
                </a:solidFill>
              </a:rPr>
              <a:t>line44</a:t>
            </a:r>
          </a:p>
          <a:p>
            <a:r>
              <a:rPr sz="1800">
                <a:solidFill>
                  <a:srgbClr val="FFFFFF"/>
                </a:solidFill>
              </a:rPr>
              <a:t>line45</a:t>
            </a:r>
          </a:p>
          <a:p>
            <a:r>
              <a:rPr sz="1800">
                <a:solidFill>
                  <a:srgbClr val="FFFFFF"/>
                </a:solidFill>
              </a:rPr>
              <a:t>line46</a:t>
            </a:r>
          </a:p>
          <a:p>
            <a:r>
              <a:rPr sz="1800">
                <a:solidFill>
                  <a:srgbClr val="FFFFFF"/>
                </a:solidFill>
              </a:rPr>
              <a:t>line47</a:t>
            </a:r>
          </a:p>
          <a:p>
            <a:r>
              <a:rPr sz="1800">
                <a:solidFill>
                  <a:srgbClr val="FFFFFF"/>
                </a:solidFill>
              </a:rPr>
              <a:t>line48</a:t>
            </a:r>
          </a:p>
          <a:p>
            <a:r>
              <a:rPr sz="1800">
                <a:solidFill>
                  <a:srgbClr val="FFFFFF"/>
                </a:solidFill>
              </a:rPr>
              <a:t>line49</a:t>
            </a:r>
          </a:p>
          <a:p>
            <a:r>
              <a:rPr sz="1800">
                <a:solidFill>
                  <a:srgbClr val="FFFFFF"/>
                </a:solidFill>
              </a:rPr>
              <a:t>line50</a:t>
            </a:r>
          </a:p>
          <a:p>
            <a:r>
              <a:rPr sz="1800">
                <a:solidFill>
                  <a:srgbClr val="FFFFFF"/>
                </a:solidFill>
              </a:rPr>
              <a:t>line51</a:t>
            </a:r>
          </a:p>
          <a:p>
            <a:r>
              <a:rPr sz="1800">
                <a:solidFill>
                  <a:srgbClr val="FFFFFF"/>
                </a:solidFill>
              </a:rPr>
              <a:t>line52</a:t>
            </a:r>
          </a:p>
          <a:p>
            <a:r>
              <a:rPr sz="1800">
                <a:solidFill>
                  <a:srgbClr val="FFFFFF"/>
                </a:solidFill>
              </a:rPr>
              <a:t>line53</a:t>
            </a:r>
          </a:p>
          <a:p>
            <a:r>
              <a:rPr sz="1800">
                <a:solidFill>
                  <a:srgbClr val="FFFFFF"/>
                </a:solidFill>
              </a:rPr>
              <a:t>line54</a:t>
            </a:r>
          </a:p>
          <a:p>
            <a:r>
              <a:rPr sz="1800">
                <a:solidFill>
                  <a:srgbClr val="FFFFFF"/>
                </a:solidFill>
              </a:rPr>
              <a:t>line55</a:t>
            </a:r>
          </a:p>
          <a:p>
            <a:r>
              <a:rPr sz="1800">
                <a:solidFill>
                  <a:srgbClr val="FFFFFF"/>
                </a:solidFill>
              </a:rPr>
              <a:t>line56</a:t>
            </a:r>
          </a:p>
          <a:p>
            <a:r>
              <a:rPr sz="1800">
                <a:solidFill>
                  <a:srgbClr val="FFFFFF"/>
                </a:solidFill>
              </a:rPr>
              <a:t>line57</a:t>
            </a:r>
          </a:p>
          <a:p>
            <a:r>
              <a:rPr sz="1800">
                <a:solidFill>
                  <a:srgbClr val="FFFFFF"/>
                </a:solidFill>
              </a:rPr>
              <a:t>line58</a:t>
            </a:r>
          </a:p>
          <a:p>
            <a:r>
              <a:rPr sz="1800">
                <a:solidFill>
                  <a:srgbClr val="FFFFFF"/>
                </a:solidFill>
              </a:rPr>
              <a:t>line59</a:t>
            </a:r>
          </a:p>
          <a:p>
            <a:r>
              <a:rPr sz="1800">
                <a:solidFill>
                  <a:srgbClr val="FFFFFF"/>
                </a:solidFill>
              </a:rPr>
              <a:t>line60</a:t>
            </a:r>
          </a:p>
          <a:p>
            <a:r>
              <a:rPr sz="1800">
                <a:solidFill>
                  <a:srgbClr val="FFFFFF"/>
                </a:solidFill>
              </a:rPr>
              <a:t>line61</a:t>
            </a:r>
          </a:p>
          <a:p>
            <a:r>
              <a:rPr sz="1800">
                <a:solidFill>
                  <a:srgbClr val="FFFFFF"/>
                </a:solidFill>
              </a:rPr>
              <a:t>line62</a:t>
            </a:r>
          </a:p>
          <a:p>
            <a:r>
              <a:rPr sz="1800">
                <a:solidFill>
                  <a:srgbClr val="FFFFFF"/>
                </a:solidFill>
              </a:rPr>
              <a:t>line63</a:t>
            </a:r>
          </a:p>
          <a:p>
            <a:r>
              <a:rPr sz="1800">
                <a:solidFill>
                  <a:srgbClr val="FFFFFF"/>
                </a:solidFill>
              </a:rPr>
              <a:t>line64</a:t>
            </a:r>
          </a:p>
          <a:p>
            <a:r>
              <a:rPr sz="1800">
                <a:solidFill>
                  <a:srgbClr val="FFFFFF"/>
                </a:solidFill>
              </a:rPr>
              <a:t>line65</a:t>
            </a:r>
          </a:p>
          <a:p>
            <a:r>
              <a:rPr sz="1800">
                <a:solidFill>
                  <a:srgbClr val="FFFFFF"/>
                </a:solidFill>
              </a:rPr>
              <a:t>line66</a:t>
            </a:r>
          </a:p>
          <a:p>
            <a:r>
              <a:rPr sz="1800">
                <a:solidFill>
                  <a:srgbClr val="FFFFFF"/>
                </a:solidFill>
              </a:rPr>
              <a:t>line67</a:t>
            </a:r>
          </a:p>
          <a:p>
            <a:r>
              <a:rPr sz="1800">
                <a:solidFill>
                  <a:srgbClr val="FFFFFF"/>
                </a:solidFill>
              </a:rPr>
              <a:t>line68</a:t>
            </a:r>
          </a:p>
          <a:p>
            <a:r>
              <a:rPr sz="1800">
                <a:solidFill>
                  <a:srgbClr val="FFFFFF"/>
                </a:solidFill>
              </a:rPr>
              <a:t>line69</a:t>
            </a:r>
          </a:p>
          <a:p>
            <a:r>
              <a:rPr sz="1800">
                <a:solidFill>
                  <a:srgbClr val="FFFFFF"/>
                </a:solidFill>
              </a:rPr>
              <a:t>line70</a:t>
            </a:r>
          </a:p>
          <a:p>
            <a:r>
              <a:rPr sz="1800">
                <a:solidFill>
                  <a:srgbClr val="FFFFFF"/>
                </a:solidFill>
              </a:rPr>
              <a:t>line71</a:t>
            </a:r>
          </a:p>
          <a:p>
            <a:r>
              <a:rPr sz="1800">
                <a:solidFill>
                  <a:srgbClr val="FFFFFF"/>
                </a:solidFill>
              </a:rPr>
              <a:t>line72</a:t>
            </a:r>
          </a:p>
          <a:p>
            <a:r>
              <a:rPr sz="1800">
                <a:solidFill>
                  <a:srgbClr val="FFFFFF"/>
                </a:solidFill>
              </a:rPr>
              <a:t>line73</a:t>
            </a:r>
          </a:p>
          <a:p>
            <a:r>
              <a:rPr sz="1800">
                <a:solidFill>
                  <a:srgbClr val="FFFFFF"/>
                </a:solidFill>
              </a:rPr>
              <a:t>line74</a:t>
            </a:r>
          </a:p>
          <a:p>
            <a:r>
              <a:rPr sz="1800">
                <a:solidFill>
                  <a:srgbClr val="FFFFFF"/>
                </a:solidFill>
              </a:rPr>
              <a:t>line75</a:t>
            </a:r>
          </a:p>
          <a:p>
            <a:r>
              <a:rPr sz="1800">
                <a:solidFill>
                  <a:srgbClr val="FFFFFF"/>
                </a:solidFill>
              </a:rPr>
              <a:t>line76</a:t>
            </a:r>
          </a:p>
          <a:p>
            <a:r>
              <a:rPr sz="1800">
                <a:solidFill>
                  <a:srgbClr val="FFFFFF"/>
                </a:solidFill>
              </a:rPr>
              <a:t>line77</a:t>
            </a:r>
          </a:p>
          <a:p>
            <a:r>
              <a:rPr sz="1800">
                <a:solidFill>
                  <a:srgbClr val="FFFFFF"/>
                </a:solidFill>
              </a:rPr>
              <a:t>line78</a:t>
            </a:r>
          </a:p>
          <a:p>
            <a:r>
              <a:rPr sz="1800">
                <a:solidFill>
                  <a:srgbClr val="FFFFFF"/>
                </a:solidFill>
              </a:rPr>
              <a:t>line79</a:t>
            </a:r>
          </a:p>
          <a:p>
            <a:r>
              <a:rPr sz="1800">
                <a:solidFill>
                  <a:srgbClr val="FFFFFF"/>
                </a:solidFill>
              </a:rPr>
              <a:t>line80</a:t>
            </a:r>
          </a:p>
          <a:p>
            <a:r>
              <a:rPr sz="1800">
                <a:solidFill>
                  <a:srgbClr val="FFFFFF"/>
                </a:solidFill>
              </a:rPr>
              <a:t>line81</a:t>
            </a:r>
          </a:p>
          <a:p>
            <a:r>
              <a:rPr sz="1800">
                <a:solidFill>
                  <a:srgbClr val="FFFFFF"/>
                </a:solidFill>
              </a:rPr>
              <a:t>line82</a:t>
            </a:r>
          </a:p>
          <a:p>
            <a:r>
              <a:rPr sz="1800">
                <a:solidFill>
                  <a:srgbClr val="FFFFFF"/>
                </a:solidFill>
              </a:rPr>
              <a:t>line83</a:t>
            </a:r>
          </a:p>
          <a:p>
            <a:r>
              <a:rPr sz="1800">
                <a:solidFill>
                  <a:srgbClr val="FFFFFF"/>
                </a:solidFill>
              </a:rPr>
              <a:t>line84</a:t>
            </a:r>
          </a:p>
          <a:p>
            <a:r>
              <a:rPr sz="1800">
                <a:solidFill>
                  <a:srgbClr val="FFFFFF"/>
                </a:solidFill>
              </a:rPr>
              <a:t>line85</a:t>
            </a:r>
          </a:p>
          <a:p>
            <a:r>
              <a:rPr sz="1800">
                <a:solidFill>
                  <a:srgbClr val="FFFFFF"/>
                </a:solidFill>
              </a:rPr>
              <a:t>line86</a:t>
            </a:r>
          </a:p>
          <a:p>
            <a:r>
              <a:rPr sz="1800">
                <a:solidFill>
                  <a:srgbClr val="FFFFFF"/>
                </a:solidFill>
              </a:rPr>
              <a:t>line87</a:t>
            </a:r>
          </a:p>
          <a:p>
            <a:r>
              <a:rPr sz="1800">
                <a:solidFill>
                  <a:srgbClr val="FFFFFF"/>
                </a:solidFill>
              </a:rPr>
              <a:t>line88</a:t>
            </a:r>
          </a:p>
          <a:p>
            <a:r>
              <a:rPr sz="1800">
                <a:solidFill>
                  <a:srgbClr val="FFFFFF"/>
                </a:solidFill>
              </a:rPr>
              <a:t>line89</a:t>
            </a:r>
          </a:p>
          <a:p>
            <a:r>
              <a:rPr sz="1800">
                <a:solidFill>
                  <a:srgbClr val="FFFFFF"/>
                </a:solidFill>
              </a:rPr>
              <a:t>line90</a:t>
            </a:r>
          </a:p>
          <a:p>
            <a:r>
              <a:rPr sz="1800">
                <a:solidFill>
                  <a:srgbClr val="FFFFFF"/>
                </a:solidFill>
              </a:rPr>
              <a:t>line91</a:t>
            </a:r>
          </a:p>
          <a:p>
            <a:r>
              <a:rPr sz="1800">
                <a:solidFill>
                  <a:srgbClr val="FFFFFF"/>
                </a:solidFill>
              </a:rPr>
              <a:t>line92</a:t>
            </a:r>
          </a:p>
          <a:p>
            <a:r>
              <a:rPr sz="1800">
                <a:solidFill>
                  <a:srgbClr val="FFFFFF"/>
                </a:solidFill>
              </a:rPr>
              <a:t>line93</a:t>
            </a:r>
          </a:p>
          <a:p>
            <a:r>
              <a:rPr sz="1800">
                <a:solidFill>
                  <a:srgbClr val="FFFFFF"/>
                </a:solidFill>
              </a:rPr>
              <a:t>line94</a:t>
            </a:r>
          </a:p>
          <a:p>
            <a:r>
              <a:rPr sz="1800">
                <a:solidFill>
                  <a:srgbClr val="FFFFFF"/>
                </a:solidFill>
              </a:rPr>
              <a:t>line95</a:t>
            </a:r>
          </a:p>
          <a:p>
            <a:r>
              <a:rPr sz="1800">
                <a:solidFill>
                  <a:srgbClr val="FFFFFF"/>
                </a:solidFill>
              </a:rPr>
              <a:t>line96</a:t>
            </a:r>
          </a:p>
          <a:p>
            <a:r>
              <a:rPr sz="1800">
                <a:solidFill>
                  <a:srgbClr val="FFFFFF"/>
                </a:solidFill>
              </a:rPr>
              <a:t>line97</a:t>
            </a:r>
          </a:p>
          <a:p>
            <a:r>
              <a:rPr sz="1800">
                <a:solidFill>
                  <a:srgbClr val="FFFFFF"/>
                </a:solidFill>
              </a:rPr>
              <a:t>line98</a:t>
            </a:r>
          </a:p>
          <a:p>
            <a:r>
              <a:rPr sz="1800">
                <a:solidFill>
                  <a:srgbClr val="FFFFFF"/>
                </a:solidFill>
              </a:rPr>
              <a:t>line99</a:t>
            </a:r>
          </a:p>
          <a:p>
            <a:r>
              <a:rPr sz="1800">
                <a:solidFill>
                  <a:srgbClr val="FFFFFF"/>
                </a:solidFill>
              </a:rPr>
              <a:t>line100</a:t>
            </a:r>
          </a:p>
          <a:p>
            <a:r>
              <a:rPr sz="1800">
                <a:solidFill>
                  <a:srgbClr val="FFFFFF"/>
                </a:solidFill>
              </a:rPr>
              <a:t>line101</a:t>
            </a:r>
          </a:p>
          <a:p>
            <a:r>
              <a:rPr sz="1800">
                <a:solidFill>
                  <a:srgbClr val="FFFFFF"/>
                </a:solidFill>
              </a:rPr>
              <a:t>line102</a:t>
            </a:r>
          </a:p>
          <a:p>
            <a:r>
              <a:rPr sz="1800">
                <a:solidFill>
                  <a:srgbClr val="FFFFFF"/>
                </a:solidFill>
              </a:rPr>
              <a:t>line103</a:t>
            </a:r>
          </a:p>
          <a:p>
            <a:r>
              <a:rPr sz="1800">
                <a:solidFill>
                  <a:srgbClr val="FFFFFF"/>
                </a:solidFill>
              </a:rPr>
              <a:t>line104</a:t>
            </a:r>
          </a:p>
          <a:p>
            <a:r>
              <a:rPr sz="1800">
                <a:solidFill>
                  <a:srgbClr val="FFFFFF"/>
                </a:solidFill>
              </a:rPr>
              <a:t>line105</a:t>
            </a:r>
          </a:p>
          <a:p>
            <a:r>
              <a:rPr sz="1800">
                <a:solidFill>
                  <a:srgbClr val="FFFFFF"/>
                </a:solidFill>
              </a:rPr>
              <a:t>line106</a:t>
            </a:r>
          </a:p>
          <a:p>
            <a:r>
              <a:rPr sz="1800">
                <a:solidFill>
                  <a:srgbClr val="FFFFFF"/>
                </a:solidFill>
              </a:rPr>
              <a:t>line107</a:t>
            </a:r>
          </a:p>
          <a:p>
            <a:r>
              <a:rPr sz="1800">
                <a:solidFill>
                  <a:srgbClr val="FFFFFF"/>
                </a:solidFill>
              </a:rPr>
              <a:t>line108</a:t>
            </a:r>
          </a:p>
          <a:p>
            <a:r>
              <a:rPr sz="1800">
                <a:solidFill>
                  <a:srgbClr val="FFFFFF"/>
                </a:solidFill>
              </a:rPr>
              <a:t>line109</a:t>
            </a:r>
          </a:p>
          <a:p>
            <a:r>
              <a:rPr sz="1800">
                <a:solidFill>
                  <a:srgbClr val="FFFFFF"/>
                </a:solidFill>
              </a:rPr>
              <a:t>line110</a:t>
            </a:r>
          </a:p>
          <a:p>
            <a:r>
              <a:rPr sz="1800">
                <a:solidFill>
                  <a:srgbClr val="FFFFFF"/>
                </a:solidFill>
              </a:rPr>
              <a:t>line111</a:t>
            </a:r>
          </a:p>
          <a:p>
            <a:r>
              <a:rPr sz="1800">
                <a:solidFill>
                  <a:srgbClr val="FFFFFF"/>
                </a:solidFill>
              </a:rPr>
              <a:t>line112</a:t>
            </a:r>
          </a:p>
          <a:p>
            <a:r>
              <a:rPr sz="1800">
                <a:solidFill>
                  <a:srgbClr val="FFFFFF"/>
                </a:solidFill>
              </a:rPr>
              <a:t>line113</a:t>
            </a:r>
          </a:p>
          <a:p>
            <a:r>
              <a:rPr sz="1800">
                <a:solidFill>
                  <a:srgbClr val="FFFFFF"/>
                </a:solidFill>
              </a:rPr>
              <a:t>line114</a:t>
            </a:r>
          </a:p>
          <a:p>
            <a:r>
              <a:rPr sz="1800">
                <a:solidFill>
                  <a:srgbClr val="FFFFFF"/>
                </a:solidFill>
              </a:rPr>
              <a:t>line115</a:t>
            </a:r>
          </a:p>
          <a:p>
            <a:r>
              <a:rPr sz="1800">
                <a:solidFill>
                  <a:srgbClr val="FFFFFF"/>
                </a:solidFill>
              </a:rPr>
              <a:t>line116</a:t>
            </a:r>
          </a:p>
          <a:p>
            <a:r>
              <a:rPr sz="1800">
                <a:solidFill>
                  <a:srgbClr val="FFFFFF"/>
                </a:solidFill>
              </a:rPr>
              <a:t>line117</a:t>
            </a:r>
          </a:p>
          <a:p>
            <a:r>
              <a:rPr sz="1800">
                <a:solidFill>
                  <a:srgbClr val="FFFFFF"/>
                </a:solidFill>
              </a:rPr>
              <a:t>line118</a:t>
            </a:r>
          </a:p>
          <a:p>
            <a:r>
              <a:rPr sz="1800">
                <a:solidFill>
                  <a:srgbClr val="FFFFFF"/>
                </a:solidFill>
              </a:rPr>
              <a:t>line119</a:t>
            </a:r>
          </a:p>
          <a:p>
            <a:r>
              <a:rPr sz="1800">
                <a:solidFill>
                  <a:srgbClr val="FFFFFF"/>
                </a:solidFill>
              </a:rPr>
              <a:t>line120</a:t>
            </a:r>
          </a:p>
          <a:p>
            <a:r>
              <a:rPr sz="1800">
                <a:solidFill>
                  <a:srgbClr val="FFFFFF"/>
                </a:solidFill>
              </a:rPr>
              <a:t>line121</a:t>
            </a:r>
          </a:p>
          <a:p>
            <a:r>
              <a:rPr sz="1800">
                <a:solidFill>
                  <a:srgbClr val="FFFFFF"/>
                </a:solidFill>
              </a:rPr>
              <a:t>line122</a:t>
            </a:r>
          </a:p>
          <a:p>
            <a:r>
              <a:rPr sz="1800">
                <a:solidFill>
                  <a:srgbClr val="FFFFFF"/>
                </a:solidFill>
              </a:rPr>
              <a:t>line123</a:t>
            </a:r>
          </a:p>
          <a:p>
            <a:r>
              <a:rPr sz="1800">
                <a:solidFill>
                  <a:srgbClr val="FFFFFF"/>
                </a:solidFill>
              </a:rPr>
              <a:t>line124</a:t>
            </a:r>
          </a:p>
          <a:p>
            <a:r>
              <a:rPr sz="1800">
                <a:solidFill>
                  <a:srgbClr val="FFFFFF"/>
                </a:solidFill>
              </a:rPr>
              <a:t>line125</a:t>
            </a:r>
          </a:p>
          <a:p>
            <a:r>
              <a:rPr sz="1800">
                <a:solidFill>
                  <a:srgbClr val="FFFFFF"/>
                </a:solidFill>
              </a:rPr>
              <a:t>line126</a:t>
            </a:r>
          </a:p>
          <a:p>
            <a:r>
              <a:rPr sz="1800">
                <a:solidFill>
                  <a:srgbClr val="FFFFFF"/>
                </a:solidFill>
              </a:rPr>
              <a:t>line127</a:t>
            </a:r>
          </a:p>
          <a:p>
            <a:r>
              <a:rPr sz="1800">
                <a:solidFill>
                  <a:srgbClr val="FFFFFF"/>
                </a:solidFill>
              </a:rPr>
              <a:t>line128</a:t>
            </a:r>
          </a:p>
          <a:p>
            <a:r>
              <a:rPr sz="1800">
                <a:solidFill>
                  <a:srgbClr val="FFFFFF"/>
                </a:solidFill>
              </a:rPr>
              <a:t>line129</a:t>
            </a:r>
          </a:p>
          <a:p>
            <a:r>
              <a:rPr sz="1800">
                <a:solidFill>
                  <a:srgbClr val="FFFFFF"/>
                </a:solidFill>
              </a:rPr>
              <a:t>line130</a:t>
            </a:r>
          </a:p>
          <a:p>
            <a:r>
              <a:rPr sz="1800">
                <a:solidFill>
                  <a:srgbClr val="FFFFFF"/>
                </a:solidFill>
              </a:rPr>
              <a:t>line131</a:t>
            </a:r>
          </a:p>
          <a:p>
            <a:r>
              <a:rPr sz="1800">
                <a:solidFill>
                  <a:srgbClr val="FFFFFF"/>
                </a:solidFill>
              </a:rPr>
              <a:t>line132</a:t>
            </a:r>
          </a:p>
          <a:p>
            <a:r>
              <a:rPr sz="1800">
                <a:solidFill>
                  <a:srgbClr val="FFFFFF"/>
                </a:solidFill>
              </a:rPr>
              <a:t>line133</a:t>
            </a:r>
          </a:p>
          <a:p>
            <a:r>
              <a:rPr sz="1800">
                <a:solidFill>
                  <a:srgbClr val="FFFFFF"/>
                </a:solidFill>
              </a:rPr>
              <a:t>line134</a:t>
            </a:r>
          </a:p>
          <a:p>
            <a:r>
              <a:rPr sz="1800">
                <a:solidFill>
                  <a:srgbClr val="FFFFFF"/>
                </a:solidFill>
              </a:rPr>
              <a:t>line135</a:t>
            </a:r>
          </a:p>
          <a:p>
            <a:r>
              <a:rPr sz="1800">
                <a:solidFill>
                  <a:srgbClr val="FFFFFF"/>
                </a:solidFill>
              </a:rPr>
              <a:t>line136</a:t>
            </a:r>
          </a:p>
          <a:p>
            <a:r>
              <a:rPr sz="1800">
                <a:solidFill>
                  <a:srgbClr val="FFFFFF"/>
                </a:solidFill>
              </a:rPr>
              <a:t>line137</a:t>
            </a:r>
          </a:p>
          <a:p>
            <a:r>
              <a:rPr sz="1800">
                <a:solidFill>
                  <a:srgbClr val="FFFFFF"/>
                </a:solidFill>
              </a:rPr>
              <a:t>line138</a:t>
            </a:r>
          </a:p>
          <a:p>
            <a:r>
              <a:rPr sz="1800">
                <a:solidFill>
                  <a:srgbClr val="FFFFFF"/>
                </a:solidFill>
              </a:rPr>
              <a:t>line139</a:t>
            </a:r>
          </a:p>
          <a:p>
            <a:r>
              <a:rPr sz="1800">
                <a:solidFill>
                  <a:srgbClr val="FFFFFF"/>
                </a:solidFill>
              </a:rPr>
              <a:t>line140</a:t>
            </a:r>
          </a:p>
          <a:p>
            <a:r>
              <a:rPr sz="1800">
                <a:solidFill>
                  <a:srgbClr val="FFFFFF"/>
                </a:solidFill>
              </a:rPr>
              <a:t>line141</a:t>
            </a:r>
          </a:p>
          <a:p>
            <a:r>
              <a:rPr sz="1800">
                <a:solidFill>
                  <a:srgbClr val="FFFFFF"/>
                </a:solidFill>
              </a:rPr>
              <a:t>line142</a:t>
            </a:r>
          </a:p>
          <a:p>
            <a:r>
              <a:rPr sz="1800">
                <a:solidFill>
                  <a:srgbClr val="FFFFFF"/>
                </a:solidFill>
              </a:rPr>
              <a:t>line143</a:t>
            </a:r>
          </a:p>
          <a:p>
            <a:r>
              <a:rPr sz="1800">
                <a:solidFill>
                  <a:srgbClr val="FFFFFF"/>
                </a:solidFill>
              </a:rPr>
              <a:t>line144</a:t>
            </a:r>
          </a:p>
          <a:p>
            <a:r>
              <a:rPr sz="1800">
                <a:solidFill>
                  <a:srgbClr val="FFFFFF"/>
                </a:solidFill>
              </a:rPr>
              <a:t>line145</a:t>
            </a:r>
          </a:p>
          <a:p>
            <a:r>
              <a:rPr sz="1800">
                <a:solidFill>
                  <a:srgbClr val="FFFFFF"/>
                </a:solidFill>
              </a:rPr>
              <a:t>line146</a:t>
            </a:r>
          </a:p>
          <a:p>
            <a:r>
              <a:rPr sz="1800">
                <a:solidFill>
                  <a:srgbClr val="FFFFFF"/>
                </a:solidFill>
              </a:rPr>
              <a:t>line147</a:t>
            </a:r>
          </a:p>
          <a:p>
            <a:r>
              <a:rPr sz="1800">
                <a:solidFill>
                  <a:srgbClr val="FFFFFF"/>
                </a:solidFill>
              </a:rPr>
              <a:t>line148</a:t>
            </a:r>
          </a:p>
          <a:p>
            <a:r>
              <a:rPr sz="1800">
                <a:solidFill>
                  <a:srgbClr val="FFFFFF"/>
                </a:solidFill>
              </a:rPr>
              <a:t>line149</a:t>
            </a:r>
          </a:p>
          <a:p>
            <a:r>
              <a:rPr sz="1800">
                <a:solidFill>
                  <a:srgbClr val="FFFFFF"/>
                </a:solidFill>
              </a:rPr>
              <a:t>line150</a:t>
            </a:r>
          </a:p>
          <a:p>
            <a:r>
              <a:rPr sz="1800">
                <a:solidFill>
                  <a:srgbClr val="FFFFFF"/>
                </a:solidFill>
              </a:rPr>
              <a:t>line151</a:t>
            </a:r>
          </a:p>
          <a:p>
            <a:r>
              <a:rPr sz="1800">
                <a:solidFill>
                  <a:srgbClr val="FFFFFF"/>
                </a:solidFill>
              </a:rPr>
              <a:t>line152</a:t>
            </a:r>
          </a:p>
          <a:p>
            <a:r>
              <a:rPr sz="1800">
                <a:solidFill>
                  <a:srgbClr val="FFFFFF"/>
                </a:solidFill>
              </a:rPr>
              <a:t>line153</a:t>
            </a:r>
          </a:p>
          <a:p>
            <a:r>
              <a:rPr sz="1800">
                <a:solidFill>
                  <a:srgbClr val="FFFFFF"/>
                </a:solidFill>
              </a:rPr>
              <a:t>line154</a:t>
            </a:r>
          </a:p>
          <a:p>
            <a:r>
              <a:rPr sz="1800">
                <a:solidFill>
                  <a:srgbClr val="FFFFFF"/>
                </a:solidFill>
              </a:rPr>
              <a:t>line155</a:t>
            </a:r>
          </a:p>
          <a:p>
            <a:r>
              <a:rPr sz="1800">
                <a:solidFill>
                  <a:srgbClr val="FFFFFF"/>
                </a:solidFill>
              </a:rPr>
              <a:t>line156</a:t>
            </a:r>
          </a:p>
          <a:p>
            <a:r>
              <a:rPr sz="1800">
                <a:solidFill>
                  <a:srgbClr val="FFFFFF"/>
                </a:solidFill>
              </a:rPr>
              <a:t>line157</a:t>
            </a:r>
          </a:p>
          <a:p>
            <a:r>
              <a:rPr sz="1800">
                <a:solidFill>
                  <a:srgbClr val="FFFFFF"/>
                </a:solidFill>
              </a:rPr>
              <a:t>line158</a:t>
            </a:r>
          </a:p>
          <a:p>
            <a:r>
              <a:rPr sz="1800">
                <a:solidFill>
                  <a:srgbClr val="FFFFFF"/>
                </a:solidFill>
              </a:rPr>
              <a:t>line159</a:t>
            </a:r>
          </a:p>
          <a:p>
            <a:r>
              <a:rPr sz="1800">
                <a:solidFill>
                  <a:srgbClr val="FFFFFF"/>
                </a:solidFill>
              </a:rPr>
              <a:t>line160</a:t>
            </a:r>
          </a:p>
          <a:p>
            <a:r>
              <a:rPr sz="1800">
                <a:solidFill>
                  <a:srgbClr val="FFFFFF"/>
                </a:solidFill>
              </a:rPr>
              <a:t>line161</a:t>
            </a:r>
          </a:p>
          <a:p>
            <a:r>
              <a:rPr sz="1800">
                <a:solidFill>
                  <a:srgbClr val="FFFFFF"/>
                </a:solidFill>
              </a:rPr>
              <a:t>line162</a:t>
            </a:r>
          </a:p>
          <a:p>
            <a:r>
              <a:rPr sz="1800">
                <a:solidFill>
                  <a:srgbClr val="FFFFFF"/>
                </a:solidFill>
              </a:rPr>
              <a:t>line163</a:t>
            </a:r>
          </a:p>
          <a:p>
            <a:r>
              <a:rPr sz="1800">
                <a:solidFill>
                  <a:srgbClr val="FFFFFF"/>
                </a:solidFill>
              </a:rPr>
              <a:t>line164</a:t>
            </a:r>
          </a:p>
          <a:p>
            <a:r>
              <a:rPr sz="1800">
                <a:solidFill>
                  <a:srgbClr val="FFFFFF"/>
                </a:solidFill>
              </a:rPr>
              <a:t>line165</a:t>
            </a:r>
          </a:p>
          <a:p>
            <a:r>
              <a:rPr sz="1800">
                <a:solidFill>
                  <a:srgbClr val="FFFFFF"/>
                </a:solidFill>
              </a:rPr>
              <a:t>line166</a:t>
            </a:r>
          </a:p>
          <a:p>
            <a:r>
              <a:rPr sz="1800">
                <a:solidFill>
                  <a:srgbClr val="FFFFFF"/>
                </a:solidFill>
              </a:rPr>
              <a:t>line167</a:t>
            </a:r>
          </a:p>
          <a:p>
            <a:r>
              <a:rPr sz="1800">
                <a:solidFill>
                  <a:srgbClr val="FFFFFF"/>
                </a:solidFill>
              </a:rPr>
              <a:t>line168</a:t>
            </a:r>
          </a:p>
          <a:p>
            <a:r>
              <a:rPr sz="1800">
                <a:solidFill>
                  <a:srgbClr val="FFFFFF"/>
                </a:solidFill>
              </a:rPr>
              <a:t>line169</a:t>
            </a:r>
          </a:p>
          <a:p>
            <a:r>
              <a:rPr sz="1800">
                <a:solidFill>
                  <a:srgbClr val="FFFFFF"/>
                </a:solidFill>
              </a:rPr>
              <a:t>line170</a:t>
            </a:r>
          </a:p>
          <a:p>
            <a:r>
              <a:rPr sz="1800">
                <a:solidFill>
                  <a:srgbClr val="FFFFFF"/>
                </a:solidFill>
              </a:rPr>
              <a:t>line171</a:t>
            </a:r>
          </a:p>
          <a:p>
            <a:r>
              <a:rPr sz="1800">
                <a:solidFill>
                  <a:srgbClr val="FFFFFF"/>
                </a:solidFill>
              </a:rPr>
              <a:t>line172</a:t>
            </a:r>
          </a:p>
          <a:p>
            <a:r>
              <a:rPr sz="1800">
                <a:solidFill>
                  <a:srgbClr val="FFFFFF"/>
                </a:solidFill>
              </a:rPr>
              <a:t>line173</a:t>
            </a:r>
          </a:p>
          <a:p>
            <a:r>
              <a:rPr sz="1800">
                <a:solidFill>
                  <a:srgbClr val="FFFFFF"/>
                </a:solidFill>
              </a:rPr>
              <a:t>line174</a:t>
            </a:r>
          </a:p>
          <a:p>
            <a:r>
              <a:rPr sz="1800">
                <a:solidFill>
                  <a:srgbClr val="FFFFFF"/>
                </a:solidFill>
              </a:rPr>
              <a:t>line175</a:t>
            </a:r>
          </a:p>
          <a:p>
            <a:r>
              <a:rPr sz="1800">
                <a:solidFill>
                  <a:srgbClr val="FFFFFF"/>
                </a:solidFill>
              </a:rPr>
              <a:t>line176</a:t>
            </a:r>
          </a:p>
          <a:p>
            <a:r>
              <a:rPr sz="1800">
                <a:solidFill>
                  <a:srgbClr val="FFFFFF"/>
                </a:solidFill>
              </a:rPr>
              <a:t>line177</a:t>
            </a:r>
          </a:p>
          <a:p>
            <a:r>
              <a:rPr sz="1800">
                <a:solidFill>
                  <a:srgbClr val="FFFFFF"/>
                </a:solidFill>
              </a:rPr>
              <a:t>line178</a:t>
            </a:r>
          </a:p>
          <a:p>
            <a:r>
              <a:rPr sz="1800">
                <a:solidFill>
                  <a:srgbClr val="FFFFFF"/>
                </a:solidFill>
              </a:rPr>
              <a:t>line179</a:t>
            </a:r>
          </a:p>
          <a:p>
            <a:r>
              <a:rPr sz="1800">
                <a:solidFill>
                  <a:srgbClr val="FFFFFF"/>
                </a:solidFill>
              </a:rPr>
              <a:t>line180</a:t>
            </a:r>
          </a:p>
          <a:p>
            <a:r>
              <a:rPr sz="1800">
                <a:solidFill>
                  <a:srgbClr val="FFFFFF"/>
                </a:solidFill>
              </a:rPr>
              <a:t>line181</a:t>
            </a:r>
          </a:p>
          <a:p>
            <a:r>
              <a:rPr sz="1800">
                <a:solidFill>
                  <a:srgbClr val="FFFFFF"/>
                </a:solidFill>
              </a:rPr>
              <a:t>line182</a:t>
            </a:r>
          </a:p>
          <a:p>
            <a:r>
              <a:rPr sz="1800">
                <a:solidFill>
                  <a:srgbClr val="FFFFFF"/>
                </a:solidFill>
              </a:rPr>
              <a:t>line183</a:t>
            </a:r>
          </a:p>
          <a:p>
            <a:r>
              <a:rPr sz="1800">
                <a:solidFill>
                  <a:srgbClr val="FFFFFF"/>
                </a:solidFill>
              </a:rPr>
              <a:t>line184</a:t>
            </a:r>
          </a:p>
          <a:p>
            <a:r>
              <a:rPr sz="1800">
                <a:solidFill>
                  <a:srgbClr val="FFFFFF"/>
                </a:solidFill>
              </a:rPr>
              <a:t>line185</a:t>
            </a:r>
          </a:p>
          <a:p>
            <a:r>
              <a:rPr sz="1800">
                <a:solidFill>
                  <a:srgbClr val="FFFFFF"/>
                </a:solidFill>
              </a:rPr>
              <a:t>line186</a:t>
            </a:r>
          </a:p>
          <a:p>
            <a:r>
              <a:rPr sz="1800">
                <a:solidFill>
                  <a:srgbClr val="FFFFFF"/>
                </a:solidFill>
              </a:rPr>
              <a:t>line187</a:t>
            </a:r>
          </a:p>
          <a:p>
            <a:r>
              <a:rPr sz="1800">
                <a:solidFill>
                  <a:srgbClr val="FFFFFF"/>
                </a:solidFill>
              </a:rPr>
              <a:t>line188</a:t>
            </a:r>
          </a:p>
          <a:p>
            <a:r>
              <a:rPr sz="1800">
                <a:solidFill>
                  <a:srgbClr val="FFFFFF"/>
                </a:solidFill>
              </a:rPr>
              <a:t>line189</a:t>
            </a:r>
          </a:p>
          <a:p>
            <a:r>
              <a:rPr sz="1800">
                <a:solidFill>
                  <a:srgbClr val="FFFFFF"/>
                </a:solidFill>
              </a:rPr>
              <a:t>line190</a:t>
            </a:r>
          </a:p>
          <a:p>
            <a:r>
              <a:rPr sz="1800">
                <a:solidFill>
                  <a:srgbClr val="FFFFFF"/>
                </a:solidFill>
              </a:rPr>
              <a:t>line191</a:t>
            </a:r>
          </a:p>
          <a:p>
            <a:r>
              <a:rPr sz="1800">
                <a:solidFill>
                  <a:srgbClr val="FFFFFF"/>
                </a:solidFill>
              </a:rPr>
              <a:t>line192</a:t>
            </a:r>
          </a:p>
          <a:p>
            <a:r>
              <a:rPr sz="1800">
                <a:solidFill>
                  <a:srgbClr val="FFFFFF"/>
                </a:solidFill>
              </a:rPr>
              <a:t>line193</a:t>
            </a:r>
          </a:p>
          <a:p>
            <a:r>
              <a:rPr sz="1800">
                <a:solidFill>
                  <a:srgbClr val="FFFFFF"/>
                </a:solidFill>
              </a:rPr>
              <a:t>line194</a:t>
            </a:r>
          </a:p>
          <a:p>
            <a:r>
              <a:rPr sz="1800">
                <a:solidFill>
                  <a:srgbClr val="FFFFFF"/>
                </a:solidFill>
              </a:rPr>
              <a:t>line195</a:t>
            </a:r>
          </a:p>
          <a:p>
            <a:r>
              <a:rPr sz="1800">
                <a:solidFill>
                  <a:srgbClr val="FFFFFF"/>
                </a:solidFill>
              </a:rPr>
              <a:t>line196</a:t>
            </a:r>
          </a:p>
          <a:p>
            <a:r>
              <a:rPr sz="1800">
                <a:solidFill>
                  <a:srgbClr val="FFFFFF"/>
                </a:solidFill>
              </a:rPr>
              <a:t>line197</a:t>
            </a:r>
          </a:p>
          <a:p>
            <a:r>
              <a:rPr sz="1800">
                <a:solidFill>
                  <a:srgbClr val="FFFFFF"/>
                </a:solidFill>
              </a:rPr>
              <a:t>line198</a:t>
            </a:r>
          </a:p>
          <a:p>
            <a:r>
              <a:rPr sz="1800">
                <a:solidFill>
                  <a:srgbClr val="FFFFFF"/>
                </a:solidFill>
              </a:rPr>
              <a:t>line199</a:t>
            </a:r>
          </a:p>
          <a:p>
            <a:r>
              <a:rPr sz="1800">
                <a:solidFill>
                  <a:srgbClr val="FFFFFF"/>
                </a:solidFill>
              </a:rPr>
              <a:t>line200</a:t>
            </a:r>
          </a:p>
          <a:p>
            <a:r>
              <a:rPr sz="1800">
                <a:solidFill>
                  <a:srgbClr val="FFFFFF"/>
                </a:solidFill>
              </a:rPr>
              <a:t>line201</a:t>
            </a:r>
          </a:p>
          <a:p>
            <a:r>
              <a:rPr sz="1800">
                <a:solidFill>
                  <a:srgbClr val="FFFFFF"/>
                </a:solidFill>
              </a:rPr>
              <a:t>line202</a:t>
            </a:r>
          </a:p>
          <a:p>
            <a:r>
              <a:rPr sz="1800">
                <a:solidFill>
                  <a:srgbClr val="FFFFFF"/>
                </a:solidFill>
              </a:rPr>
              <a:t>line203</a:t>
            </a:r>
          </a:p>
          <a:p>
            <a:r>
              <a:rPr sz="1800">
                <a:solidFill>
                  <a:srgbClr val="FFFFFF"/>
                </a:solidFill>
              </a:rPr>
              <a:t>line204</a:t>
            </a:r>
          </a:p>
          <a:p>
            <a:r>
              <a:rPr sz="1800">
                <a:solidFill>
                  <a:srgbClr val="FFFFFF"/>
                </a:solidFill>
              </a:rPr>
              <a:t>line205</a:t>
            </a:r>
          </a:p>
          <a:p>
            <a:r>
              <a:rPr sz="1800">
                <a:solidFill>
                  <a:srgbClr val="FFFFFF"/>
                </a:solidFill>
              </a:rPr>
              <a:t>line206</a:t>
            </a:r>
          </a:p>
          <a:p>
            <a:r>
              <a:rPr sz="1800">
                <a:solidFill>
                  <a:srgbClr val="FFFFFF"/>
                </a:solidFill>
              </a:rPr>
              <a:t>line207</a:t>
            </a:r>
          </a:p>
          <a:p>
            <a:r>
              <a:rPr sz="1800">
                <a:solidFill>
                  <a:srgbClr val="FFFFFF"/>
                </a:solidFill>
              </a:rPr>
              <a:t>line208</a:t>
            </a:r>
          </a:p>
          <a:p>
            <a:r>
              <a:rPr sz="1800">
                <a:solidFill>
                  <a:srgbClr val="FFFFFF"/>
                </a:solidFill>
              </a:rPr>
              <a:t>line209</a:t>
            </a:r>
          </a:p>
          <a:p>
            <a:r>
              <a:rPr sz="1800">
                <a:solidFill>
                  <a:srgbClr val="FFFFFF"/>
                </a:solidFill>
              </a:rPr>
              <a:t>line210</a:t>
            </a:r>
          </a:p>
          <a:p>
            <a:r>
              <a:rPr sz="1800">
                <a:solidFill>
                  <a:srgbClr val="FFFFFF"/>
                </a:solidFill>
              </a:rPr>
              <a:t>line211</a:t>
            </a:r>
          </a:p>
          <a:p>
            <a:r>
              <a:rPr sz="1800">
                <a:solidFill>
                  <a:srgbClr val="FFFFFF"/>
                </a:solidFill>
              </a:rPr>
              <a:t>line212</a:t>
            </a:r>
          </a:p>
          <a:p>
            <a:r>
              <a:rPr sz="1800">
                <a:solidFill>
                  <a:srgbClr val="FFFFFF"/>
                </a:solidFill>
              </a:rPr>
              <a:t>line213</a:t>
            </a:r>
          </a:p>
          <a:p>
            <a:r>
              <a:rPr sz="1800">
                <a:solidFill>
                  <a:srgbClr val="FFFFFF"/>
                </a:solidFill>
              </a:rPr>
              <a:t>line214</a:t>
            </a:r>
          </a:p>
          <a:p>
            <a:r>
              <a:rPr sz="1800">
                <a:solidFill>
                  <a:srgbClr val="FFFFFF"/>
                </a:solidFill>
              </a:rPr>
              <a:t>line215</a:t>
            </a:r>
          </a:p>
          <a:p>
            <a:r>
              <a:rPr sz="1800">
                <a:solidFill>
                  <a:srgbClr val="FFFFFF"/>
                </a:solidFill>
              </a:rPr>
              <a:t>line216</a:t>
            </a:r>
          </a:p>
          <a:p>
            <a:r>
              <a:rPr sz="1800">
                <a:solidFill>
                  <a:srgbClr val="FFFFFF"/>
                </a:solidFill>
              </a:rPr>
              <a:t>line217</a:t>
            </a:r>
          </a:p>
          <a:p>
            <a:r>
              <a:rPr sz="1800">
                <a:solidFill>
                  <a:srgbClr val="FFFFFF"/>
                </a:solidFill>
              </a:rPr>
              <a:t>line218</a:t>
            </a:r>
          </a:p>
          <a:p>
            <a:r>
              <a:rPr sz="1800">
                <a:solidFill>
                  <a:srgbClr val="FFFFFF"/>
                </a:solidFill>
              </a:rPr>
              <a:t>line219</a:t>
            </a:r>
          </a:p>
          <a:p>
            <a:r>
              <a:rPr sz="1800">
                <a:solidFill>
                  <a:srgbClr val="FFFFFF"/>
                </a:solidFill>
              </a:rPr>
              <a:t>line220</a:t>
            </a:r>
          </a:p>
          <a:p>
            <a:r>
              <a:rPr sz="1800">
                <a:solidFill>
                  <a:srgbClr val="FFFFFF"/>
                </a:solidFill>
              </a:rPr>
              <a:t>line221</a:t>
            </a:r>
          </a:p>
          <a:p>
            <a:r>
              <a:rPr sz="1800">
                <a:solidFill>
                  <a:srgbClr val="FFFFFF"/>
                </a:solidFill>
              </a:rPr>
              <a:t>line222</a:t>
            </a:r>
          </a:p>
          <a:p>
            <a:r>
              <a:rPr sz="1800">
                <a:solidFill>
                  <a:srgbClr val="FFFFFF"/>
                </a:solidFill>
              </a:rPr>
              <a:t>line223</a:t>
            </a:r>
          </a:p>
          <a:p>
            <a:r>
              <a:rPr sz="1800">
                <a:solidFill>
                  <a:srgbClr val="FFFFFF"/>
                </a:solidFill>
              </a:rPr>
              <a:t>line224</a:t>
            </a:r>
          </a:p>
          <a:p>
            <a:r>
              <a:rPr sz="1800">
                <a:solidFill>
                  <a:srgbClr val="FFFFFF"/>
                </a:solidFill>
              </a:rPr>
              <a:t>line225</a:t>
            </a:r>
          </a:p>
          <a:p>
            <a:r>
              <a:rPr sz="1800">
                <a:solidFill>
                  <a:srgbClr val="FFFFFF"/>
                </a:solidFill>
              </a:rPr>
              <a:t>line226</a:t>
            </a:r>
          </a:p>
          <a:p>
            <a:r>
              <a:rPr sz="1800">
                <a:solidFill>
                  <a:srgbClr val="FFFFFF"/>
                </a:solidFill>
              </a:rPr>
              <a:t>line227</a:t>
            </a:r>
          </a:p>
          <a:p>
            <a:r>
              <a:rPr sz="1800">
                <a:solidFill>
                  <a:srgbClr val="FFFFFF"/>
                </a:solidFill>
              </a:rPr>
              <a:t>line228</a:t>
            </a:r>
          </a:p>
          <a:p>
            <a:r>
              <a:rPr sz="1800">
                <a:solidFill>
                  <a:srgbClr val="FFFFFF"/>
                </a:solidFill>
              </a:rPr>
              <a:t>line229</a:t>
            </a:r>
          </a:p>
          <a:p>
            <a:r>
              <a:rPr sz="1800">
                <a:solidFill>
                  <a:srgbClr val="FFFFFF"/>
                </a:solidFill>
              </a:rPr>
              <a:t>line230</a:t>
            </a:r>
          </a:p>
          <a:p>
            <a:r>
              <a:rPr sz="1800">
                <a:solidFill>
                  <a:srgbClr val="FFFFFF"/>
                </a:solidFill>
              </a:rPr>
              <a:t>line231</a:t>
            </a:r>
          </a:p>
          <a:p>
            <a:r>
              <a:rPr sz="1800">
                <a:solidFill>
                  <a:srgbClr val="FFFFFF"/>
                </a:solidFill>
              </a:rPr>
              <a:t>line232</a:t>
            </a:r>
          </a:p>
          <a:p>
            <a:r>
              <a:rPr sz="1800">
                <a:solidFill>
                  <a:srgbClr val="FFFFFF"/>
                </a:solidFill>
              </a:rPr>
              <a:t>line233</a:t>
            </a:r>
          </a:p>
          <a:p>
            <a:r>
              <a:rPr sz="1800">
                <a:solidFill>
                  <a:srgbClr val="FFFFFF"/>
                </a:solidFill>
              </a:rPr>
              <a:t>line234</a:t>
            </a:r>
          </a:p>
          <a:p>
            <a:r>
              <a:rPr sz="1800">
                <a:solidFill>
                  <a:srgbClr val="FFFFFF"/>
                </a:solidFill>
              </a:rPr>
              <a:t>line235</a:t>
            </a:r>
          </a:p>
          <a:p>
            <a:r>
              <a:rPr sz="1800">
                <a:solidFill>
                  <a:srgbClr val="FFFFFF"/>
                </a:solidFill>
              </a:rPr>
              <a:t>line236</a:t>
            </a:r>
          </a:p>
          <a:p>
            <a:r>
              <a:rPr sz="1800">
                <a:solidFill>
                  <a:srgbClr val="FFFFFF"/>
                </a:solidFill>
              </a:rPr>
              <a:t>line237</a:t>
            </a:r>
          </a:p>
          <a:p>
            <a:r>
              <a:rPr sz="1800">
                <a:solidFill>
                  <a:srgbClr val="FFFFFF"/>
                </a:solidFill>
              </a:rPr>
              <a:t>line238</a:t>
            </a:r>
          </a:p>
          <a:p>
            <a:r>
              <a:rPr sz="1800">
                <a:solidFill>
                  <a:srgbClr val="FFFFFF"/>
                </a:solidFill>
              </a:rPr>
              <a:t>line239</a:t>
            </a:r>
          </a:p>
          <a:p>
            <a:r>
              <a:rPr sz="1800">
                <a:solidFill>
                  <a:srgbClr val="FFFFFF"/>
                </a:solidFill>
              </a:rPr>
              <a:t>line240</a:t>
            </a:r>
          </a:p>
          <a:p>
            <a:r>
              <a:rPr sz="1800">
                <a:solidFill>
                  <a:srgbClr val="FFFFFF"/>
                </a:solidFill>
              </a:rPr>
              <a:t>line241</a:t>
            </a:r>
          </a:p>
          <a:p>
            <a:r>
              <a:rPr sz="1800">
                <a:solidFill>
                  <a:srgbClr val="FFFFFF"/>
                </a:solidFill>
              </a:rPr>
              <a:t>line242</a:t>
            </a:r>
          </a:p>
          <a:p>
            <a:r>
              <a:rPr sz="1800">
                <a:solidFill>
                  <a:srgbClr val="FFFFFF"/>
                </a:solidFill>
              </a:rPr>
              <a:t>line243</a:t>
            </a:r>
          </a:p>
          <a:p>
            <a:r>
              <a:rPr sz="1800">
                <a:solidFill>
                  <a:srgbClr val="FFFFFF"/>
                </a:solidFill>
              </a:rPr>
              <a:t>line244</a:t>
            </a:r>
          </a:p>
          <a:p>
            <a:r>
              <a:rPr sz="1800">
                <a:solidFill>
                  <a:srgbClr val="FFFFFF"/>
                </a:solidFill>
              </a:rPr>
              <a:t>line245</a:t>
            </a:r>
          </a:p>
          <a:p>
            <a:r>
              <a:rPr sz="1800">
                <a:solidFill>
                  <a:srgbClr val="FFFFFF"/>
                </a:solidFill>
              </a:rPr>
              <a:t>line246</a:t>
            </a:r>
          </a:p>
          <a:p>
            <a:r>
              <a:rPr sz="1800">
                <a:solidFill>
                  <a:srgbClr val="FFFFFF"/>
                </a:solidFill>
              </a:rPr>
              <a:t>line247</a:t>
            </a:r>
          </a:p>
          <a:p>
            <a:r>
              <a:rPr sz="1800">
                <a:solidFill>
                  <a:srgbClr val="FFFFFF"/>
                </a:solidFill>
              </a:rPr>
              <a:t>line248</a:t>
            </a:r>
          </a:p>
          <a:p>
            <a:r>
              <a:rPr sz="1800">
                <a:solidFill>
                  <a:srgbClr val="FFFFFF"/>
                </a:solidFill>
              </a:rPr>
              <a:t>line249</a:t>
            </a:r>
          </a:p>
          <a:p>
            <a:r>
              <a:rPr sz="1800">
                <a:solidFill>
                  <a:srgbClr val="FFFFFF"/>
                </a:solidFill>
              </a:rPr>
              <a:t>line250</a:t>
            </a:r>
          </a:p>
          <a:p>
            <a:r>
              <a:rPr sz="1800">
                <a:solidFill>
                  <a:srgbClr val="FFFFFF"/>
                </a:solidFill>
              </a:rPr>
              <a:t>line251</a:t>
            </a:r>
          </a:p>
          <a:p>
            <a:r>
              <a:rPr sz="1800">
                <a:solidFill>
                  <a:srgbClr val="FFFFFF"/>
                </a:solidFill>
              </a:rPr>
              <a:t>line252</a:t>
            </a:r>
          </a:p>
          <a:p>
            <a:r>
              <a:rPr sz="1800">
                <a:solidFill>
                  <a:srgbClr val="FFFFFF"/>
                </a:solidFill>
              </a:rPr>
              <a:t>line253</a:t>
            </a:r>
          </a:p>
          <a:p>
            <a:r>
              <a:rPr sz="1800">
                <a:solidFill>
                  <a:srgbClr val="FFFFFF"/>
                </a:solidFill>
              </a:rPr>
              <a:t>line254</a:t>
            </a:r>
          </a:p>
          <a:p>
            <a:r>
              <a:rPr sz="1800">
                <a:solidFill>
                  <a:srgbClr val="FFFFFF"/>
                </a:solidFill>
              </a:rPr>
              <a:t>line255</a:t>
            </a:r>
          </a:p>
          <a:p>
            <a:r>
              <a:rPr sz="1800">
                <a:solidFill>
                  <a:srgbClr val="FFFFFF"/>
                </a:solidFill>
              </a:rPr>
              <a:t>line256</a:t>
            </a:r>
          </a:p>
          <a:p>
            <a:r>
              <a:rPr sz="1800">
                <a:solidFill>
                  <a:srgbClr val="FFFFFF"/>
                </a:solidFill>
              </a:rPr>
              <a:t>line257</a:t>
            </a:r>
          </a:p>
          <a:p>
            <a:r>
              <a:rPr sz="1800">
                <a:solidFill>
                  <a:srgbClr val="FFFFFF"/>
                </a:solidFill>
              </a:rPr>
              <a:t>line258</a:t>
            </a:r>
          </a:p>
          <a:p>
            <a:r>
              <a:rPr sz="1800">
                <a:solidFill>
                  <a:srgbClr val="FFFFFF"/>
                </a:solidFill>
              </a:rPr>
              <a:t>line259</a:t>
            </a:r>
          </a:p>
          <a:p>
            <a:r>
              <a:rPr sz="1800">
                <a:solidFill>
                  <a:srgbClr val="FFFFFF"/>
                </a:solidFill>
              </a:rPr>
              <a:t>line260</a:t>
            </a:r>
          </a:p>
          <a:p>
            <a:r>
              <a:rPr sz="1800">
                <a:solidFill>
                  <a:srgbClr val="FFFFFF"/>
                </a:solidFill>
              </a:rPr>
              <a:t>line261</a:t>
            </a:r>
          </a:p>
          <a:p>
            <a:r>
              <a:rPr sz="1800">
                <a:solidFill>
                  <a:srgbClr val="FFFFFF"/>
                </a:solidFill>
              </a:rPr>
              <a:t>line262</a:t>
            </a:r>
          </a:p>
          <a:p>
            <a:r>
              <a:rPr sz="1800">
                <a:solidFill>
                  <a:srgbClr val="FFFFFF"/>
                </a:solidFill>
              </a:rPr>
              <a:t>line263</a:t>
            </a:r>
          </a:p>
          <a:p>
            <a:r>
              <a:rPr sz="1800">
                <a:solidFill>
                  <a:srgbClr val="FFFFFF"/>
                </a:solidFill>
              </a:rPr>
              <a:t>line264</a:t>
            </a:r>
          </a:p>
          <a:p>
            <a:r>
              <a:rPr sz="1800">
                <a:solidFill>
                  <a:srgbClr val="FFFFFF"/>
                </a:solidFill>
              </a:rPr>
              <a:t>line265</a:t>
            </a:r>
          </a:p>
          <a:p>
            <a:r>
              <a:rPr sz="1800">
                <a:solidFill>
                  <a:srgbClr val="FFFFFF"/>
                </a:solidFill>
              </a:rPr>
              <a:t>line266</a:t>
            </a:r>
          </a:p>
          <a:p>
            <a:r>
              <a:rPr sz="1800">
                <a:solidFill>
                  <a:srgbClr val="FFFFFF"/>
                </a:solidFill>
              </a:rPr>
              <a:t>line267</a:t>
            </a:r>
          </a:p>
          <a:p>
            <a:r>
              <a:rPr sz="1800">
                <a:solidFill>
                  <a:srgbClr val="FFFFFF"/>
                </a:solidFill>
              </a:rPr>
              <a:t>line268</a:t>
            </a:r>
          </a:p>
          <a:p>
            <a:r>
              <a:rPr sz="1800">
                <a:solidFill>
                  <a:srgbClr val="FFFFFF"/>
                </a:solidFill>
              </a:rPr>
              <a:t>line269</a:t>
            </a:r>
          </a:p>
          <a:p>
            <a:r>
              <a:rPr sz="1800">
                <a:solidFill>
                  <a:srgbClr val="FFFFFF"/>
                </a:solidFill>
              </a:rPr>
              <a:t>line270</a:t>
            </a:r>
          </a:p>
          <a:p>
            <a:r>
              <a:rPr sz="1800">
                <a:solidFill>
                  <a:srgbClr val="FFFFFF"/>
                </a:solidFill>
              </a:rPr>
              <a:t>line271</a:t>
            </a:r>
          </a:p>
          <a:p>
            <a:r>
              <a:rPr sz="1800">
                <a:solidFill>
                  <a:srgbClr val="FFFFFF"/>
                </a:solidFill>
              </a:rPr>
              <a:t>line272</a:t>
            </a:r>
          </a:p>
          <a:p>
            <a:r>
              <a:rPr sz="1800">
                <a:solidFill>
                  <a:srgbClr val="FFFFFF"/>
                </a:solidFill>
              </a:rPr>
              <a:t>line273</a:t>
            </a:r>
          </a:p>
          <a:p>
            <a:r>
              <a:rPr sz="1800">
                <a:solidFill>
                  <a:srgbClr val="FFFFFF"/>
                </a:solidFill>
              </a:rPr>
              <a:t>line274</a:t>
            </a:r>
          </a:p>
          <a:p>
            <a:r>
              <a:rPr sz="1800">
                <a:solidFill>
                  <a:srgbClr val="FFFFFF"/>
                </a:solidFill>
              </a:rPr>
              <a:t>line275</a:t>
            </a:r>
          </a:p>
          <a:p>
            <a:r>
              <a:rPr sz="1800">
                <a:solidFill>
                  <a:srgbClr val="FFFFFF"/>
                </a:solidFill>
              </a:rPr>
              <a:t>line276</a:t>
            </a:r>
          </a:p>
          <a:p>
            <a:r>
              <a:rPr sz="1800">
                <a:solidFill>
                  <a:srgbClr val="FFFFFF"/>
                </a:solidFill>
              </a:rPr>
              <a:t>line277</a:t>
            </a:r>
          </a:p>
          <a:p>
            <a:r>
              <a:rPr sz="1800">
                <a:solidFill>
                  <a:srgbClr val="FFFFFF"/>
                </a:solidFill>
              </a:rPr>
              <a:t>line278</a:t>
            </a:r>
          </a:p>
          <a:p>
            <a:r>
              <a:rPr sz="1800">
                <a:solidFill>
                  <a:srgbClr val="FFFFFF"/>
                </a:solidFill>
              </a:rPr>
              <a:t>line279</a:t>
            </a:r>
          </a:p>
          <a:p>
            <a:r>
              <a:rPr sz="1800">
                <a:solidFill>
                  <a:srgbClr val="FFFFFF"/>
                </a:solidFill>
              </a:rPr>
              <a:t>line280</a:t>
            </a:r>
          </a:p>
          <a:p>
            <a:r>
              <a:rPr sz="1800">
                <a:solidFill>
                  <a:srgbClr val="FFFFFF"/>
                </a:solidFill>
              </a:rPr>
              <a:t>line281</a:t>
            </a:r>
          </a:p>
          <a:p>
            <a:r>
              <a:rPr sz="1800">
                <a:solidFill>
                  <a:srgbClr val="FFFFFF"/>
                </a:solidFill>
              </a:rPr>
              <a:t>line282</a:t>
            </a:r>
          </a:p>
          <a:p>
            <a:r>
              <a:rPr sz="1800">
                <a:solidFill>
                  <a:srgbClr val="FFFFFF"/>
                </a:solidFill>
              </a:rPr>
              <a:t>line283</a:t>
            </a:r>
          </a:p>
          <a:p>
            <a:r>
              <a:rPr sz="1800">
                <a:solidFill>
                  <a:srgbClr val="FFFFFF"/>
                </a:solidFill>
              </a:rPr>
              <a:t>line284</a:t>
            </a:r>
          </a:p>
          <a:p>
            <a:r>
              <a:rPr sz="1800">
                <a:solidFill>
                  <a:srgbClr val="FFFFFF"/>
                </a:solidFill>
              </a:rPr>
              <a:t>line285</a:t>
            </a:r>
          </a:p>
          <a:p>
            <a:r>
              <a:rPr sz="1800">
                <a:solidFill>
                  <a:srgbClr val="FFFFFF"/>
                </a:solidFill>
              </a:rPr>
              <a:t>line286</a:t>
            </a:r>
          </a:p>
          <a:p>
            <a:r>
              <a:rPr sz="1800">
                <a:solidFill>
                  <a:srgbClr val="FFFFFF"/>
                </a:solidFill>
              </a:rPr>
              <a:t>line287</a:t>
            </a:r>
          </a:p>
          <a:p>
            <a:r>
              <a:rPr sz="1800">
                <a:solidFill>
                  <a:srgbClr val="FFFFFF"/>
                </a:solidFill>
              </a:rPr>
              <a:t>line288</a:t>
            </a:r>
          </a:p>
          <a:p>
            <a:r>
              <a:rPr sz="1800">
                <a:solidFill>
                  <a:srgbClr val="FFFFFF"/>
                </a:solidFill>
              </a:rPr>
              <a:t>line289</a:t>
            </a:r>
          </a:p>
          <a:p>
            <a:r>
              <a:rPr sz="1800">
                <a:solidFill>
                  <a:srgbClr val="FFFFFF"/>
                </a:solidFill>
              </a:rPr>
              <a:t>line290</a:t>
            </a:r>
          </a:p>
          <a:p>
            <a:r>
              <a:rPr sz="1800">
                <a:solidFill>
                  <a:srgbClr val="FFFFFF"/>
                </a:solidFill>
              </a:rPr>
              <a:t>line291</a:t>
            </a:r>
          </a:p>
          <a:p>
            <a:r>
              <a:rPr sz="1800">
                <a:solidFill>
                  <a:srgbClr val="FFFFFF"/>
                </a:solidFill>
              </a:rPr>
              <a:t>line292</a:t>
            </a:r>
          </a:p>
          <a:p>
            <a:r>
              <a:rPr sz="1800">
                <a:solidFill>
                  <a:srgbClr val="FFFFFF"/>
                </a:solidFill>
              </a:rPr>
              <a:t>line293</a:t>
            </a:r>
          </a:p>
          <a:p>
            <a:r>
              <a:rPr sz="1800">
                <a:solidFill>
                  <a:srgbClr val="FFFFFF"/>
                </a:solidFill>
              </a:rPr>
              <a:t>line294</a:t>
            </a:r>
          </a:p>
          <a:p>
            <a:r>
              <a:rPr sz="1800">
                <a:solidFill>
                  <a:srgbClr val="FFFFFF"/>
                </a:solidFill>
              </a:rPr>
              <a:t>line295</a:t>
            </a:r>
          </a:p>
          <a:p>
            <a:r>
              <a:rPr sz="1800">
                <a:solidFill>
                  <a:srgbClr val="FFFFFF"/>
                </a:solidFill>
              </a:rPr>
              <a:t>line296</a:t>
            </a:r>
          </a:p>
          <a:p>
            <a:r>
              <a:rPr sz="1800">
                <a:solidFill>
                  <a:srgbClr val="FFFFFF"/>
                </a:solidFill>
              </a:rPr>
              <a:t>line297</a:t>
            </a:r>
          </a:p>
          <a:p>
            <a:r>
              <a:rPr sz="1800">
                <a:solidFill>
                  <a:srgbClr val="FFFFFF"/>
                </a:solidFill>
              </a:rPr>
              <a:t>line298</a:t>
            </a:r>
          </a:p>
          <a:p>
            <a:r>
              <a:rPr sz="1800">
                <a:solidFill>
                  <a:srgbClr val="FFFFFF"/>
                </a:solidFill>
              </a:rPr>
              <a:t>line299</a:t>
            </a:r>
          </a:p>
          <a:p>
            <a:r>
              <a:rPr sz="1800">
                <a:solidFill>
                  <a:srgbClr val="FFFFFF"/>
                </a:solidFill>
              </a:rPr>
              <a:t>line300</a:t>
            </a:r>
          </a:p>
          <a:p>
            <a:r>
              <a:rPr sz="1800">
                <a:solidFill>
                  <a:srgbClr val="FFFFFF"/>
                </a:solidFill>
              </a:rPr>
              <a:t>line301</a:t>
            </a:r>
          </a:p>
          <a:p>
            <a:r>
              <a:rPr sz="1800">
                <a:solidFill>
                  <a:srgbClr val="FFFFFF"/>
                </a:solidFill>
              </a:rPr>
              <a:t>line302</a:t>
            </a:r>
          </a:p>
          <a:p>
            <a:r>
              <a:rPr sz="1800">
                <a:solidFill>
                  <a:srgbClr val="FFFFFF"/>
                </a:solidFill>
              </a:rPr>
              <a:t>line303</a:t>
            </a:r>
          </a:p>
          <a:p>
            <a:r>
              <a:rPr sz="1800">
                <a:solidFill>
                  <a:srgbClr val="FFFFFF"/>
                </a:solidFill>
              </a:rPr>
              <a:t>line304</a:t>
            </a:r>
          </a:p>
          <a:p>
            <a:r>
              <a:rPr sz="1800">
                <a:solidFill>
                  <a:srgbClr val="FFFFFF"/>
                </a:solidFill>
              </a:rPr>
              <a:t>line305</a:t>
            </a:r>
          </a:p>
          <a:p>
            <a:r>
              <a:rPr sz="1800">
                <a:solidFill>
                  <a:srgbClr val="FFFFFF"/>
                </a:solidFill>
              </a:rPr>
              <a:t>line306</a:t>
            </a:r>
          </a:p>
          <a:p>
            <a:r>
              <a:rPr sz="1800">
                <a:solidFill>
                  <a:srgbClr val="FFFFFF"/>
                </a:solidFill>
              </a:rPr>
              <a:t>line307</a:t>
            </a:r>
          </a:p>
          <a:p>
            <a:r>
              <a:rPr sz="1800">
                <a:solidFill>
                  <a:srgbClr val="FFFFFF"/>
                </a:solidFill>
              </a:rPr>
              <a:t>line308</a:t>
            </a:r>
          </a:p>
          <a:p>
            <a:r>
              <a:rPr sz="1800">
                <a:solidFill>
                  <a:srgbClr val="FFFFFF"/>
                </a:solidFill>
              </a:rPr>
              <a:t>line309</a:t>
            </a:r>
          </a:p>
          <a:p>
            <a:r>
              <a:rPr sz="1800">
                <a:solidFill>
                  <a:srgbClr val="FFFFFF"/>
                </a:solidFill>
              </a:rPr>
              <a:t>line310</a:t>
            </a:r>
          </a:p>
          <a:p>
            <a:r>
              <a:rPr sz="1800">
                <a:solidFill>
                  <a:srgbClr val="FFFFFF"/>
                </a:solidFill>
              </a:rPr>
              <a:t>line311</a:t>
            </a:r>
          </a:p>
          <a:p>
            <a:r>
              <a:rPr sz="1800">
                <a:solidFill>
                  <a:srgbClr val="FFFFFF"/>
                </a:solidFill>
              </a:rPr>
              <a:t>line312</a:t>
            </a:r>
          </a:p>
          <a:p>
            <a:r>
              <a:rPr sz="1800">
                <a:solidFill>
                  <a:srgbClr val="FFFFFF"/>
                </a:solidFill>
              </a:rPr>
              <a:t>line313</a:t>
            </a:r>
          </a:p>
          <a:p>
            <a:r>
              <a:rPr sz="1800">
                <a:solidFill>
                  <a:srgbClr val="FFFFFF"/>
                </a:solidFill>
              </a:rPr>
              <a:t>line314</a:t>
            </a:r>
          </a:p>
          <a:p>
            <a:r>
              <a:rPr sz="1800">
                <a:solidFill>
                  <a:srgbClr val="FFFFFF"/>
                </a:solidFill>
              </a:rPr>
              <a:t>line315</a:t>
            </a:r>
          </a:p>
          <a:p>
            <a:r>
              <a:rPr sz="1800">
                <a:solidFill>
                  <a:srgbClr val="FFFFFF"/>
                </a:solidFill>
              </a:rPr>
              <a:t>line316</a:t>
            </a:r>
          </a:p>
          <a:p>
            <a:r>
              <a:rPr sz="1800">
                <a:solidFill>
                  <a:srgbClr val="FFFFFF"/>
                </a:solidFill>
              </a:rPr>
              <a:t>line317</a:t>
            </a:r>
          </a:p>
          <a:p>
            <a:r>
              <a:rPr sz="1800">
                <a:solidFill>
                  <a:srgbClr val="FFFFFF"/>
                </a:solidFill>
              </a:rPr>
              <a:t>line318</a:t>
            </a:r>
          </a:p>
          <a:p>
            <a:r>
              <a:rPr sz="1800">
                <a:solidFill>
                  <a:srgbClr val="FFFFFF"/>
                </a:solidFill>
              </a:rPr>
              <a:t>line319</a:t>
            </a:r>
          </a:p>
          <a:p>
            <a:r>
              <a:rPr sz="1800">
                <a:solidFill>
                  <a:srgbClr val="FFFFFF"/>
                </a:solidFill>
              </a:rPr>
              <a:t>line320</a:t>
            </a:r>
          </a:p>
          <a:p>
            <a:r>
              <a:rPr sz="1800">
                <a:solidFill>
                  <a:srgbClr val="FFFFFF"/>
                </a:solidFill>
              </a:rPr>
              <a:t>line321</a:t>
            </a:r>
          </a:p>
          <a:p>
            <a:r>
              <a:rPr sz="1800">
                <a:solidFill>
                  <a:srgbClr val="FFFFFF"/>
                </a:solidFill>
              </a:rPr>
              <a:t>line322</a:t>
            </a:r>
          </a:p>
          <a:p>
            <a:r>
              <a:rPr sz="1800">
                <a:solidFill>
                  <a:srgbClr val="FFFFFF"/>
                </a:solidFill>
              </a:rPr>
              <a:t>line323</a:t>
            </a:r>
          </a:p>
          <a:p>
            <a:r>
              <a:rPr sz="1800">
                <a:solidFill>
                  <a:srgbClr val="FFFFFF"/>
                </a:solidFill>
              </a:rPr>
              <a:t>line324</a:t>
            </a:r>
          </a:p>
          <a:p>
            <a:r>
              <a:rPr sz="1800">
                <a:solidFill>
                  <a:srgbClr val="FFFFFF"/>
                </a:solidFill>
              </a:rPr>
              <a:t>line325</a:t>
            </a:r>
          </a:p>
          <a:p>
            <a:r>
              <a:rPr sz="1800">
                <a:solidFill>
                  <a:srgbClr val="FFFFFF"/>
                </a:solidFill>
              </a:rPr>
              <a:t>line326</a:t>
            </a:r>
          </a:p>
          <a:p>
            <a:r>
              <a:rPr sz="1800">
                <a:solidFill>
                  <a:srgbClr val="FFFFFF"/>
                </a:solidFill>
              </a:rPr>
              <a:t>line327</a:t>
            </a:r>
          </a:p>
          <a:p>
            <a:r>
              <a:rPr sz="1800">
                <a:solidFill>
                  <a:srgbClr val="FFFFFF"/>
                </a:solidFill>
              </a:rPr>
              <a:t>line328</a:t>
            </a:r>
          </a:p>
          <a:p>
            <a:r>
              <a:rPr sz="1800">
                <a:solidFill>
                  <a:srgbClr val="FFFFFF"/>
                </a:solidFill>
              </a:rPr>
              <a:t>line329</a:t>
            </a:r>
          </a:p>
          <a:p>
            <a:r>
              <a:rPr sz="1800">
                <a:solidFill>
                  <a:srgbClr val="FFFFFF"/>
                </a:solidFill>
              </a:rPr>
              <a:t>line330</a:t>
            </a:r>
          </a:p>
          <a:p>
            <a:r>
              <a:rPr sz="1800">
                <a:solidFill>
                  <a:srgbClr val="FFFFFF"/>
                </a:solidFill>
              </a:rPr>
              <a:t>line331</a:t>
            </a:r>
          </a:p>
          <a:p>
            <a:r>
              <a:rPr sz="1800">
                <a:solidFill>
                  <a:srgbClr val="FFFFFF"/>
                </a:solidFill>
              </a:rPr>
              <a:t>line332</a:t>
            </a:r>
          </a:p>
          <a:p>
            <a:r>
              <a:rPr sz="1800">
                <a:solidFill>
                  <a:srgbClr val="FFFFFF"/>
                </a:solidFill>
              </a:rPr>
              <a:t>line333</a:t>
            </a:r>
          </a:p>
          <a:p>
            <a:r>
              <a:rPr sz="1800">
                <a:solidFill>
                  <a:srgbClr val="FFFFFF"/>
                </a:solidFill>
              </a:rPr>
              <a:t>line334</a:t>
            </a:r>
          </a:p>
          <a:p>
            <a:r>
              <a:rPr sz="1800">
                <a:solidFill>
                  <a:srgbClr val="FFFFFF"/>
                </a:solidFill>
              </a:rPr>
              <a:t>line335</a:t>
            </a:r>
          </a:p>
          <a:p>
            <a:r>
              <a:rPr sz="1800">
                <a:solidFill>
                  <a:srgbClr val="FFFFFF"/>
                </a:solidFill>
              </a:rPr>
              <a:t>line336</a:t>
            </a:r>
          </a:p>
          <a:p>
            <a:r>
              <a:rPr sz="1800">
                <a:solidFill>
                  <a:srgbClr val="FFFFFF"/>
                </a:solidFill>
              </a:rPr>
              <a:t>line337</a:t>
            </a:r>
          </a:p>
          <a:p>
            <a:r>
              <a:rPr sz="1800">
                <a:solidFill>
                  <a:srgbClr val="FFFFFF"/>
                </a:solidFill>
              </a:rPr>
              <a:t>line338</a:t>
            </a:r>
          </a:p>
          <a:p>
            <a:r>
              <a:rPr sz="1800">
                <a:solidFill>
                  <a:srgbClr val="FFFFFF"/>
                </a:solidFill>
              </a:rPr>
              <a:t>line339</a:t>
            </a:r>
          </a:p>
          <a:p>
            <a:r>
              <a:rPr sz="1800">
                <a:solidFill>
                  <a:srgbClr val="FFFFFF"/>
                </a:solidFill>
              </a:rPr>
              <a:t>line340</a:t>
            </a:r>
          </a:p>
          <a:p>
            <a:r>
              <a:rPr sz="1800">
                <a:solidFill>
                  <a:srgbClr val="FFFFFF"/>
                </a:solidFill>
              </a:rPr>
              <a:t>line341</a:t>
            </a:r>
          </a:p>
          <a:p>
            <a:r>
              <a:rPr sz="1800">
                <a:solidFill>
                  <a:srgbClr val="FFFFFF"/>
                </a:solidFill>
              </a:rPr>
              <a:t>line342</a:t>
            </a:r>
          </a:p>
          <a:p>
            <a:r>
              <a:rPr sz="1800">
                <a:solidFill>
                  <a:srgbClr val="FFFFFF"/>
                </a:solidFill>
              </a:rPr>
              <a:t>line343</a:t>
            </a:r>
          </a:p>
          <a:p>
            <a:r>
              <a:rPr sz="1800">
                <a:solidFill>
                  <a:srgbClr val="FFFFFF"/>
                </a:solidFill>
              </a:rPr>
              <a:t>line344</a:t>
            </a:r>
          </a:p>
          <a:p>
            <a:r>
              <a:rPr sz="1800">
                <a:solidFill>
                  <a:srgbClr val="FFFFFF"/>
                </a:solidFill>
              </a:rPr>
              <a:t>line345</a:t>
            </a:r>
          </a:p>
          <a:p>
            <a:r>
              <a:rPr sz="1800">
                <a:solidFill>
                  <a:srgbClr val="FFFFFF"/>
                </a:solidFill>
              </a:rPr>
              <a:t>line346</a:t>
            </a:r>
          </a:p>
          <a:p>
            <a:r>
              <a:rPr sz="1800">
                <a:solidFill>
                  <a:srgbClr val="FFFFFF"/>
                </a:solidFill>
              </a:rPr>
              <a:t>line347</a:t>
            </a:r>
          </a:p>
          <a:p>
            <a:r>
              <a:rPr sz="1800">
                <a:solidFill>
                  <a:srgbClr val="FFFFFF"/>
                </a:solidFill>
              </a:rPr>
              <a:t>line348</a:t>
            </a:r>
          </a:p>
          <a:p>
            <a:r>
              <a:rPr sz="1800">
                <a:solidFill>
                  <a:srgbClr val="FFFFFF"/>
                </a:solidFill>
              </a:rPr>
              <a:t>line349</a:t>
            </a:r>
          </a:p>
          <a:p>
            <a:r>
              <a:rPr sz="1800">
                <a:solidFill>
                  <a:srgbClr val="FFFFFF"/>
                </a:solidFill>
              </a:rPr>
              <a:t>line350</a:t>
            </a:r>
          </a:p>
          <a:p>
            <a:r>
              <a:rPr sz="1800">
                <a:solidFill>
                  <a:srgbClr val="FFFFFF"/>
                </a:solidFill>
              </a:rPr>
              <a:t>line351</a:t>
            </a:r>
          </a:p>
          <a:p>
            <a:r>
              <a:rPr sz="1800">
                <a:solidFill>
                  <a:srgbClr val="FFFFFF"/>
                </a:solidFill>
              </a:rPr>
              <a:t>line352</a:t>
            </a:r>
          </a:p>
          <a:p>
            <a:r>
              <a:rPr sz="1800">
                <a:solidFill>
                  <a:srgbClr val="FFFFFF"/>
                </a:solidFill>
              </a:rPr>
              <a:t>line353</a:t>
            </a:r>
          </a:p>
          <a:p>
            <a:r>
              <a:rPr sz="1800">
                <a:solidFill>
                  <a:srgbClr val="FFFFFF"/>
                </a:solidFill>
              </a:rPr>
              <a:t>line354</a:t>
            </a:r>
          </a:p>
          <a:p>
            <a:r>
              <a:rPr sz="1800">
                <a:solidFill>
                  <a:srgbClr val="FFFFFF"/>
                </a:solidFill>
              </a:rPr>
              <a:t>line355</a:t>
            </a:r>
          </a:p>
          <a:p>
            <a:r>
              <a:rPr sz="1800">
                <a:solidFill>
                  <a:srgbClr val="FFFFFF"/>
                </a:solidFill>
              </a:rPr>
              <a:t>line356</a:t>
            </a:r>
          </a:p>
          <a:p>
            <a:r>
              <a:rPr sz="1800">
                <a:solidFill>
                  <a:srgbClr val="FFFFFF"/>
                </a:solidFill>
              </a:rPr>
              <a:t>line357</a:t>
            </a:r>
          </a:p>
          <a:p>
            <a:r>
              <a:rPr sz="1800">
                <a:solidFill>
                  <a:srgbClr val="FFFFFF"/>
                </a:solidFill>
              </a:rPr>
              <a:t>line358</a:t>
            </a:r>
          </a:p>
          <a:p>
            <a:r>
              <a:rPr sz="1800">
                <a:solidFill>
                  <a:srgbClr val="FFFFFF"/>
                </a:solidFill>
              </a:rPr>
              <a:t>line359</a:t>
            </a:r>
          </a:p>
          <a:p>
            <a:r>
              <a:rPr sz="1800">
                <a:solidFill>
                  <a:srgbClr val="FFFFFF"/>
                </a:solidFill>
              </a:rPr>
              <a:t>line360</a:t>
            </a:r>
          </a:p>
          <a:p>
            <a:r>
              <a:rPr sz="1800">
                <a:solidFill>
                  <a:srgbClr val="FFFFFF"/>
                </a:solidFill>
              </a:rPr>
              <a:t>line361</a:t>
            </a:r>
          </a:p>
          <a:p>
            <a:r>
              <a:rPr sz="1800">
                <a:solidFill>
                  <a:srgbClr val="FFFFFF"/>
                </a:solidFill>
              </a:rPr>
              <a:t>line362</a:t>
            </a:r>
          </a:p>
          <a:p>
            <a:r>
              <a:rPr sz="1800">
                <a:solidFill>
                  <a:srgbClr val="FFFFFF"/>
                </a:solidFill>
              </a:rPr>
              <a:t>line363</a:t>
            </a:r>
          </a:p>
          <a:p>
            <a:r>
              <a:rPr sz="1800">
                <a:solidFill>
                  <a:srgbClr val="FFFFFF"/>
                </a:solidFill>
              </a:rPr>
              <a:t>line364</a:t>
            </a:r>
          </a:p>
          <a:p>
            <a:r>
              <a:rPr sz="1800">
                <a:solidFill>
                  <a:srgbClr val="FFFFFF"/>
                </a:solidFill>
              </a:rPr>
              <a:t>line365</a:t>
            </a:r>
          </a:p>
          <a:p>
            <a:r>
              <a:rPr sz="1800">
                <a:solidFill>
                  <a:srgbClr val="FFFFFF"/>
                </a:solidFill>
              </a:rPr>
              <a:t>line366</a:t>
            </a:r>
          </a:p>
          <a:p>
            <a:r>
              <a:rPr sz="1800">
                <a:solidFill>
                  <a:srgbClr val="FFFFFF"/>
                </a:solidFill>
              </a:rPr>
              <a:t>line367</a:t>
            </a:r>
          </a:p>
          <a:p>
            <a:r>
              <a:rPr sz="1800">
                <a:solidFill>
                  <a:srgbClr val="FFFFFF"/>
                </a:solidFill>
              </a:rPr>
              <a:t>line368</a:t>
            </a:r>
          </a:p>
          <a:p>
            <a:r>
              <a:rPr sz="1800">
                <a:solidFill>
                  <a:srgbClr val="FFFFFF"/>
                </a:solidFill>
              </a:rPr>
              <a:t>line369</a:t>
            </a:r>
          </a:p>
          <a:p>
            <a:r>
              <a:rPr sz="1800">
                <a:solidFill>
                  <a:srgbClr val="FFFFFF"/>
                </a:solidFill>
              </a:rPr>
              <a:t>line370</a:t>
            </a:r>
          </a:p>
          <a:p>
            <a:r>
              <a:rPr sz="1800">
                <a:solidFill>
                  <a:srgbClr val="FFFFFF"/>
                </a:solidFill>
              </a:rPr>
              <a:t>line371</a:t>
            </a:r>
          </a:p>
          <a:p>
            <a:r>
              <a:rPr sz="1800">
                <a:solidFill>
                  <a:srgbClr val="FFFFFF"/>
                </a:solidFill>
              </a:rPr>
              <a:t>line372</a:t>
            </a:r>
          </a:p>
          <a:p>
            <a:r>
              <a:rPr sz="1800">
                <a:solidFill>
                  <a:srgbClr val="FFFFFF"/>
                </a:solidFill>
              </a:rPr>
              <a:t>line373</a:t>
            </a:r>
          </a:p>
          <a:p>
            <a:r>
              <a:rPr sz="1800">
                <a:solidFill>
                  <a:srgbClr val="FFFFFF"/>
                </a:solidFill>
              </a:rPr>
              <a:t>line374</a:t>
            </a:r>
          </a:p>
          <a:p>
            <a:r>
              <a:rPr sz="1800">
                <a:solidFill>
                  <a:srgbClr val="FFFFFF"/>
                </a:solidFill>
              </a:rPr>
              <a:t>line375</a:t>
            </a:r>
          </a:p>
          <a:p>
            <a:r>
              <a:rPr sz="1800">
                <a:solidFill>
                  <a:srgbClr val="FFFFFF"/>
                </a:solidFill>
              </a:rPr>
              <a:t>line376</a:t>
            </a:r>
          </a:p>
          <a:p>
            <a:r>
              <a:rPr sz="1800">
                <a:solidFill>
                  <a:srgbClr val="FFFFFF"/>
                </a:solidFill>
              </a:rPr>
              <a:t>line377</a:t>
            </a:r>
          </a:p>
          <a:p>
            <a:r>
              <a:rPr sz="1800">
                <a:solidFill>
                  <a:srgbClr val="FFFFFF"/>
                </a:solidFill>
              </a:rPr>
              <a:t>line378</a:t>
            </a:r>
          </a:p>
          <a:p>
            <a:r>
              <a:rPr sz="1800">
                <a:solidFill>
                  <a:srgbClr val="FFFFFF"/>
                </a:solidFill>
              </a:rPr>
              <a:t>line379</a:t>
            </a:r>
          </a:p>
          <a:p>
            <a:r>
              <a:rPr sz="1800">
                <a:solidFill>
                  <a:srgbClr val="FFFFFF"/>
                </a:solidFill>
              </a:rPr>
              <a:t>line380</a:t>
            </a:r>
          </a:p>
          <a:p>
            <a:r>
              <a:rPr sz="1800">
                <a:solidFill>
                  <a:srgbClr val="FFFFFF"/>
                </a:solidFill>
              </a:rPr>
              <a:t>line381</a:t>
            </a:r>
          </a:p>
          <a:p>
            <a:r>
              <a:rPr sz="1800">
                <a:solidFill>
                  <a:srgbClr val="FFFFFF"/>
                </a:solidFill>
              </a:rPr>
              <a:t>line382</a:t>
            </a:r>
          </a:p>
          <a:p>
            <a:r>
              <a:rPr sz="1800">
                <a:solidFill>
                  <a:srgbClr val="FFFFFF"/>
                </a:solidFill>
              </a:rPr>
              <a:t>line383</a:t>
            </a:r>
          </a:p>
          <a:p>
            <a:r>
              <a:rPr sz="1800">
                <a:solidFill>
                  <a:srgbClr val="FFFFFF"/>
                </a:solidFill>
              </a:rPr>
              <a:t>line384</a:t>
            </a:r>
          </a:p>
          <a:p>
            <a:r>
              <a:rPr sz="1800">
                <a:solidFill>
                  <a:srgbClr val="FFFFFF"/>
                </a:solidFill>
              </a:rPr>
              <a:t>line385</a:t>
            </a:r>
          </a:p>
          <a:p>
            <a:r>
              <a:rPr sz="1800">
                <a:solidFill>
                  <a:srgbClr val="FFFFFF"/>
                </a:solidFill>
              </a:rPr>
              <a:t>line386</a:t>
            </a:r>
          </a:p>
          <a:p>
            <a:r>
              <a:rPr sz="1800">
                <a:solidFill>
                  <a:srgbClr val="FFFFFF"/>
                </a:solidFill>
              </a:rPr>
              <a:t>line387</a:t>
            </a:r>
          </a:p>
          <a:p>
            <a:r>
              <a:rPr sz="1800">
                <a:solidFill>
                  <a:srgbClr val="FFFFFF"/>
                </a:solidFill>
              </a:rPr>
              <a:t>line388</a:t>
            </a:r>
          </a:p>
          <a:p>
            <a:r>
              <a:rPr sz="1800">
                <a:solidFill>
                  <a:srgbClr val="FFFFFF"/>
                </a:solidFill>
              </a:rPr>
              <a:t>line389</a:t>
            </a:r>
          </a:p>
          <a:p>
            <a:r>
              <a:rPr sz="1800">
                <a:solidFill>
                  <a:srgbClr val="FFFFFF"/>
                </a:solidFill>
              </a:rPr>
              <a:t>line390</a:t>
            </a:r>
          </a:p>
          <a:p>
            <a:r>
              <a:rPr sz="1800">
                <a:solidFill>
                  <a:srgbClr val="FFFFFF"/>
                </a:solidFill>
              </a:rPr>
              <a:t>line391</a:t>
            </a:r>
          </a:p>
          <a:p>
            <a:r>
              <a:rPr sz="1800">
                <a:solidFill>
                  <a:srgbClr val="FFFFFF"/>
                </a:solidFill>
              </a:rPr>
              <a:t>line392</a:t>
            </a:r>
          </a:p>
          <a:p>
            <a:r>
              <a:rPr sz="1800">
                <a:solidFill>
                  <a:srgbClr val="FFFFFF"/>
                </a:solidFill>
              </a:rPr>
              <a:t>line393</a:t>
            </a:r>
          </a:p>
          <a:p>
            <a:r>
              <a:rPr sz="1800">
                <a:solidFill>
                  <a:srgbClr val="FFFFFF"/>
                </a:solidFill>
              </a:rPr>
              <a:t>line394</a:t>
            </a:r>
          </a:p>
          <a:p>
            <a:r>
              <a:rPr sz="1800">
                <a:solidFill>
                  <a:srgbClr val="FFFFFF"/>
                </a:solidFill>
              </a:rPr>
              <a:t>line395</a:t>
            </a:r>
          </a:p>
          <a:p>
            <a:r>
              <a:rPr sz="1800">
                <a:solidFill>
                  <a:srgbClr val="FFFFFF"/>
                </a:solidFill>
              </a:rPr>
              <a:t>line396</a:t>
            </a:r>
          </a:p>
          <a:p>
            <a:r>
              <a:rPr sz="1800">
                <a:solidFill>
                  <a:srgbClr val="FFFFFF"/>
                </a:solidFill>
              </a:rPr>
              <a:t>line397</a:t>
            </a:r>
          </a:p>
          <a:p>
            <a:r>
              <a:rPr sz="1800">
                <a:solidFill>
                  <a:srgbClr val="FFFFFF"/>
                </a:solidFill>
              </a:rPr>
              <a:t>line398</a:t>
            </a:r>
          </a:p>
          <a:p>
            <a:r>
              <a:rPr sz="1800">
                <a:solidFill>
                  <a:srgbClr val="FFFFFF"/>
                </a:solidFill>
              </a:rPr>
              <a:t>line399</a:t>
            </a:r>
          </a:p>
          <a:p>
            <a:r>
              <a:rPr sz="1800">
                <a:solidFill>
                  <a:srgbClr val="FFFFFF"/>
                </a:solidFill>
              </a:rPr>
              <a:t>line400</a:t>
            </a:r>
          </a:p>
          <a:p>
            <a:r>
              <a:rPr sz="1800">
                <a:solidFill>
                  <a:srgbClr val="FFFFFF"/>
                </a:solidFill>
              </a:rPr>
              <a:t>line401</a:t>
            </a:r>
          </a:p>
          <a:p>
            <a:r>
              <a:rPr sz="1800">
                <a:solidFill>
                  <a:srgbClr val="FFFFFF"/>
                </a:solidFill>
              </a:rPr>
              <a:t>line402</a:t>
            </a:r>
          </a:p>
          <a:p>
            <a:r>
              <a:rPr sz="1800">
                <a:solidFill>
                  <a:srgbClr val="FFFFFF"/>
                </a:solidFill>
              </a:rPr>
              <a:t>line403</a:t>
            </a:r>
          </a:p>
          <a:p>
            <a:r>
              <a:rPr sz="1800">
                <a:solidFill>
                  <a:srgbClr val="FFFFFF"/>
                </a:solidFill>
              </a:rPr>
              <a:t>line404</a:t>
            </a:r>
          </a:p>
          <a:p>
            <a:r>
              <a:rPr sz="1800">
                <a:solidFill>
                  <a:srgbClr val="FFFFFF"/>
                </a:solidFill>
              </a:rPr>
              <a:t>line405</a:t>
            </a:r>
          </a:p>
          <a:p>
            <a:r>
              <a:rPr sz="1800">
                <a:solidFill>
                  <a:srgbClr val="FFFFFF"/>
                </a:solidFill>
              </a:rPr>
              <a:t>line406</a:t>
            </a:r>
          </a:p>
          <a:p>
            <a:r>
              <a:rPr sz="1800">
                <a:solidFill>
                  <a:srgbClr val="FFFFFF"/>
                </a:solidFill>
              </a:rPr>
              <a:t>line407</a:t>
            </a:r>
          </a:p>
          <a:p>
            <a:r>
              <a:rPr sz="1800">
                <a:solidFill>
                  <a:srgbClr val="FFFFFF"/>
                </a:solidFill>
              </a:rPr>
              <a:t>line408</a:t>
            </a:r>
          </a:p>
          <a:p>
            <a:r>
              <a:rPr sz="1800">
                <a:solidFill>
                  <a:srgbClr val="FFFFFF"/>
                </a:solidFill>
              </a:rPr>
              <a:t>line409</a:t>
            </a:r>
          </a:p>
          <a:p>
            <a:r>
              <a:rPr sz="1800">
                <a:solidFill>
                  <a:srgbClr val="FFFFFF"/>
                </a:solidFill>
              </a:rPr>
              <a:t>line410</a:t>
            </a:r>
          </a:p>
          <a:p>
            <a:r>
              <a:rPr sz="1800">
                <a:solidFill>
                  <a:srgbClr val="FFFFFF"/>
                </a:solidFill>
              </a:rPr>
              <a:t>line411</a:t>
            </a:r>
          </a:p>
          <a:p>
            <a:r>
              <a:rPr sz="1800">
                <a:solidFill>
                  <a:srgbClr val="FFFFFF"/>
                </a:solidFill>
              </a:rPr>
              <a:t>line412</a:t>
            </a:r>
          </a:p>
          <a:p>
            <a:r>
              <a:rPr sz="1800">
                <a:solidFill>
                  <a:srgbClr val="FFFFFF"/>
                </a:solidFill>
              </a:rPr>
              <a:t>line413</a:t>
            </a:r>
          </a:p>
          <a:p>
            <a:r>
              <a:rPr sz="1800">
                <a:solidFill>
                  <a:srgbClr val="FFFFFF"/>
                </a:solidFill>
              </a:rPr>
              <a:t>line414</a:t>
            </a:r>
          </a:p>
          <a:p>
            <a:r>
              <a:rPr sz="1800">
                <a:solidFill>
                  <a:srgbClr val="FFFFFF"/>
                </a:solidFill>
              </a:rPr>
              <a:t>line415</a:t>
            </a:r>
          </a:p>
          <a:p>
            <a:r>
              <a:rPr sz="1800">
                <a:solidFill>
                  <a:srgbClr val="FFFFFF"/>
                </a:solidFill>
              </a:rPr>
              <a:t>line416</a:t>
            </a:r>
          </a:p>
          <a:p>
            <a:r>
              <a:rPr sz="1800">
                <a:solidFill>
                  <a:srgbClr val="FFFFFF"/>
                </a:solidFill>
              </a:rPr>
              <a:t>line417</a:t>
            </a:r>
          </a:p>
          <a:p>
            <a:r>
              <a:rPr sz="1800">
                <a:solidFill>
                  <a:srgbClr val="FFFFFF"/>
                </a:solidFill>
              </a:rPr>
              <a:t>line418</a:t>
            </a:r>
          </a:p>
          <a:p>
            <a:r>
              <a:rPr sz="1800">
                <a:solidFill>
                  <a:srgbClr val="FFFFFF"/>
                </a:solidFill>
              </a:rPr>
              <a:t>line419</a:t>
            </a:r>
          </a:p>
          <a:p>
            <a:r>
              <a:rPr sz="1800">
                <a:solidFill>
                  <a:srgbClr val="FFFFFF"/>
                </a:solidFill>
              </a:rPr>
              <a:t>line420</a:t>
            </a:r>
          </a:p>
          <a:p>
            <a:r>
              <a:rPr sz="1800">
                <a:solidFill>
                  <a:srgbClr val="FFFFFF"/>
                </a:solidFill>
              </a:rPr>
              <a:t>line421</a:t>
            </a:r>
          </a:p>
          <a:p>
            <a:r>
              <a:rPr sz="1800">
                <a:solidFill>
                  <a:srgbClr val="FFFFFF"/>
                </a:solidFill>
              </a:rPr>
              <a:t>line422</a:t>
            </a:r>
          </a:p>
          <a:p>
            <a:r>
              <a:rPr sz="1800">
                <a:solidFill>
                  <a:srgbClr val="FFFFFF"/>
                </a:solidFill>
              </a:rPr>
              <a:t>line423</a:t>
            </a:r>
          </a:p>
          <a:p>
            <a:r>
              <a:rPr sz="1800">
                <a:solidFill>
                  <a:srgbClr val="FFFFFF"/>
                </a:solidFill>
              </a:rPr>
              <a:t>line424</a:t>
            </a:r>
          </a:p>
          <a:p>
            <a:r>
              <a:rPr sz="1800">
                <a:solidFill>
                  <a:srgbClr val="FFFFFF"/>
                </a:solidFill>
              </a:rPr>
              <a:t>line425</a:t>
            </a:r>
          </a:p>
          <a:p>
            <a:r>
              <a:rPr sz="1800">
                <a:solidFill>
                  <a:srgbClr val="FFFFFF"/>
                </a:solidFill>
              </a:rPr>
              <a:t>line426</a:t>
            </a:r>
          </a:p>
          <a:p>
            <a:r>
              <a:rPr sz="1800">
                <a:solidFill>
                  <a:srgbClr val="FFFFFF"/>
                </a:solidFill>
              </a:rPr>
              <a:t>line427</a:t>
            </a:r>
          </a:p>
          <a:p>
            <a:r>
              <a:rPr sz="1800">
                <a:solidFill>
                  <a:srgbClr val="FFFFFF"/>
                </a:solidFill>
              </a:rPr>
              <a:t>line428</a:t>
            </a:r>
          </a:p>
          <a:p>
            <a:r>
              <a:rPr sz="1800">
                <a:solidFill>
                  <a:srgbClr val="FFFFFF"/>
                </a:solidFill>
              </a:rPr>
              <a:t>line429</a:t>
            </a:r>
          </a:p>
          <a:p>
            <a:r>
              <a:rPr sz="1800">
                <a:solidFill>
                  <a:srgbClr val="FFFFFF"/>
                </a:solidFill>
              </a:rPr>
              <a:t>line430</a:t>
            </a:r>
          </a:p>
          <a:p>
            <a:r>
              <a:rPr sz="1800">
                <a:solidFill>
                  <a:srgbClr val="FFFFFF"/>
                </a:solidFill>
              </a:rPr>
              <a:t>line431</a:t>
            </a:r>
          </a:p>
          <a:p>
            <a:r>
              <a:rPr sz="1800">
                <a:solidFill>
                  <a:srgbClr val="FFFFFF"/>
                </a:solidFill>
              </a:rPr>
              <a:t>line432</a:t>
            </a:r>
          </a:p>
          <a:p>
            <a:r>
              <a:rPr sz="1800">
                <a:solidFill>
                  <a:srgbClr val="FFFFFF"/>
                </a:solidFill>
              </a:rPr>
              <a:t>line433</a:t>
            </a:r>
          </a:p>
          <a:p>
            <a:r>
              <a:rPr sz="1800">
                <a:solidFill>
                  <a:srgbClr val="FFFFFF"/>
                </a:solidFill>
              </a:rPr>
              <a:t>line434</a:t>
            </a:r>
          </a:p>
          <a:p>
            <a:r>
              <a:rPr sz="1800">
                <a:solidFill>
                  <a:srgbClr val="FFFFFF"/>
                </a:solidFill>
              </a:rPr>
              <a:t>line435</a:t>
            </a:r>
          </a:p>
          <a:p>
            <a:r>
              <a:rPr sz="1800">
                <a:solidFill>
                  <a:srgbClr val="FFFFFF"/>
                </a:solidFill>
              </a:rPr>
              <a:t>line436</a:t>
            </a:r>
          </a:p>
          <a:p>
            <a:r>
              <a:rPr sz="1800">
                <a:solidFill>
                  <a:srgbClr val="FFFFFF"/>
                </a:solidFill>
              </a:rPr>
              <a:t>line437</a:t>
            </a:r>
          </a:p>
          <a:p>
            <a:r>
              <a:rPr sz="1800">
                <a:solidFill>
                  <a:srgbClr val="FFFFFF"/>
                </a:solidFill>
              </a:rPr>
              <a:t>line438</a:t>
            </a:r>
          </a:p>
          <a:p>
            <a:r>
              <a:rPr sz="1800">
                <a:solidFill>
                  <a:srgbClr val="FFFFFF"/>
                </a:solidFill>
              </a:rPr>
              <a:t>line439</a:t>
            </a:r>
          </a:p>
          <a:p>
            <a:r>
              <a:rPr sz="1800">
                <a:solidFill>
                  <a:srgbClr val="FFFFFF"/>
                </a:solidFill>
              </a:rPr>
              <a:t>line440</a:t>
            </a:r>
          </a:p>
          <a:p>
            <a:r>
              <a:rPr sz="1800">
                <a:solidFill>
                  <a:srgbClr val="FFFFFF"/>
                </a:solidFill>
              </a:rPr>
              <a:t>line441</a:t>
            </a:r>
          </a:p>
          <a:p>
            <a:r>
              <a:rPr sz="1800">
                <a:solidFill>
                  <a:srgbClr val="FFFFFF"/>
                </a:solidFill>
              </a:rPr>
              <a:t>line442</a:t>
            </a:r>
          </a:p>
          <a:p>
            <a:r>
              <a:rPr sz="1800">
                <a:solidFill>
                  <a:srgbClr val="FFFFFF"/>
                </a:solidFill>
              </a:rPr>
              <a:t>line443</a:t>
            </a:r>
          </a:p>
          <a:p>
            <a:r>
              <a:rPr sz="1800">
                <a:solidFill>
                  <a:srgbClr val="FFFFFF"/>
                </a:solidFill>
              </a:rPr>
              <a:t>line444</a:t>
            </a:r>
          </a:p>
          <a:p>
            <a:r>
              <a:rPr sz="1800">
                <a:solidFill>
                  <a:srgbClr val="FFFFFF"/>
                </a:solidFill>
              </a:rPr>
              <a:t>line445</a:t>
            </a:r>
          </a:p>
          <a:p>
            <a:r>
              <a:rPr sz="1800">
                <a:solidFill>
                  <a:srgbClr val="FFFFFF"/>
                </a:solidFill>
              </a:rPr>
              <a:t>line446</a:t>
            </a:r>
          </a:p>
          <a:p>
            <a:r>
              <a:rPr sz="1800">
                <a:solidFill>
                  <a:srgbClr val="FFFFFF"/>
                </a:solidFill>
              </a:rPr>
              <a:t>line447</a:t>
            </a:r>
          </a:p>
          <a:p>
            <a:r>
              <a:rPr sz="1800">
                <a:solidFill>
                  <a:srgbClr val="FFFFFF"/>
                </a:solidFill>
              </a:rPr>
              <a:t>line448</a:t>
            </a:r>
          </a:p>
          <a:p>
            <a:r>
              <a:rPr sz="1800">
                <a:solidFill>
                  <a:srgbClr val="FFFFFF"/>
                </a:solidFill>
              </a:rPr>
              <a:t>line449</a:t>
            </a:r>
          </a:p>
          <a:p>
            <a:r>
              <a:rPr sz="1800">
                <a:solidFill>
                  <a:srgbClr val="FFFFFF"/>
                </a:solidFill>
              </a:rPr>
              <a:t>line450</a:t>
            </a:r>
          </a:p>
          <a:p>
            <a:r>
              <a:rPr sz="1800">
                <a:solidFill>
                  <a:srgbClr val="FFFFFF"/>
                </a:solidFill>
              </a:rPr>
              <a:t>line451</a:t>
            </a:r>
          </a:p>
          <a:p>
            <a:r>
              <a:rPr sz="1800">
                <a:solidFill>
                  <a:srgbClr val="FFFFFF"/>
                </a:solidFill>
              </a:rPr>
              <a:t>line452</a:t>
            </a:r>
          </a:p>
          <a:p>
            <a:r>
              <a:rPr sz="1800">
                <a:solidFill>
                  <a:srgbClr val="FFFFFF"/>
                </a:solidFill>
              </a:rPr>
              <a:t>line453</a:t>
            </a:r>
          </a:p>
          <a:p>
            <a:r>
              <a:rPr sz="1800">
                <a:solidFill>
                  <a:srgbClr val="FFFFFF"/>
                </a:solidFill>
              </a:rPr>
              <a:t>line454</a:t>
            </a:r>
          </a:p>
          <a:p>
            <a:r>
              <a:rPr sz="1800">
                <a:solidFill>
                  <a:srgbClr val="FFFFFF"/>
                </a:solidFill>
              </a:rPr>
              <a:t>line455</a:t>
            </a:r>
          </a:p>
          <a:p>
            <a:r>
              <a:rPr sz="1800">
                <a:solidFill>
                  <a:srgbClr val="FFFFFF"/>
                </a:solidFill>
              </a:rPr>
              <a:t>line456</a:t>
            </a:r>
          </a:p>
          <a:p>
            <a:r>
              <a:rPr sz="1800">
                <a:solidFill>
                  <a:srgbClr val="FFFFFF"/>
                </a:solidFill>
              </a:rPr>
              <a:t>line457</a:t>
            </a:r>
          </a:p>
          <a:p>
            <a:r>
              <a:rPr sz="1800">
                <a:solidFill>
                  <a:srgbClr val="FFFFFF"/>
                </a:solidFill>
              </a:rPr>
              <a:t>line458</a:t>
            </a:r>
          </a:p>
          <a:p>
            <a:r>
              <a:rPr sz="1800">
                <a:solidFill>
                  <a:srgbClr val="FFFFFF"/>
                </a:solidFill>
              </a:rPr>
              <a:t>line459</a:t>
            </a:r>
          </a:p>
          <a:p>
            <a:r>
              <a:rPr sz="1800">
                <a:solidFill>
                  <a:srgbClr val="FFFFFF"/>
                </a:solidFill>
              </a:rPr>
              <a:t>line460</a:t>
            </a:r>
          </a:p>
          <a:p>
            <a:r>
              <a:rPr sz="1800">
                <a:solidFill>
                  <a:srgbClr val="FFFFFF"/>
                </a:solidFill>
              </a:rPr>
              <a:t>line461</a:t>
            </a:r>
          </a:p>
          <a:p>
            <a:r>
              <a:rPr sz="1800">
                <a:solidFill>
                  <a:srgbClr val="FFFFFF"/>
                </a:solidFill>
              </a:rPr>
              <a:t>line462</a:t>
            </a:r>
          </a:p>
          <a:p>
            <a:r>
              <a:rPr sz="1800">
                <a:solidFill>
                  <a:srgbClr val="FFFFFF"/>
                </a:solidFill>
              </a:rPr>
              <a:t>line463</a:t>
            </a:r>
          </a:p>
          <a:p>
            <a:r>
              <a:rPr sz="1800">
                <a:solidFill>
                  <a:srgbClr val="FFFFFF"/>
                </a:solidFill>
              </a:rPr>
              <a:t>line464</a:t>
            </a:r>
          </a:p>
          <a:p>
            <a:r>
              <a:rPr sz="1800">
                <a:solidFill>
                  <a:srgbClr val="FFFFFF"/>
                </a:solidFill>
              </a:rPr>
              <a:t>line465</a:t>
            </a:r>
          </a:p>
          <a:p>
            <a:r>
              <a:rPr sz="1800">
                <a:solidFill>
                  <a:srgbClr val="FFFFFF"/>
                </a:solidFill>
              </a:rPr>
              <a:t>line466</a:t>
            </a:r>
          </a:p>
          <a:p>
            <a:r>
              <a:rPr sz="1800">
                <a:solidFill>
                  <a:srgbClr val="FFFFFF"/>
                </a:solidFill>
              </a:rPr>
              <a:t>line467</a:t>
            </a:r>
          </a:p>
          <a:p>
            <a:r>
              <a:rPr sz="1800">
                <a:solidFill>
                  <a:srgbClr val="FFFFFF"/>
                </a:solidFill>
              </a:rPr>
              <a:t>line468</a:t>
            </a:r>
          </a:p>
          <a:p>
            <a:r>
              <a:rPr sz="1800">
                <a:solidFill>
                  <a:srgbClr val="FFFFFF"/>
                </a:solidFill>
              </a:rPr>
              <a:t>line469</a:t>
            </a:r>
          </a:p>
          <a:p>
            <a:r>
              <a:rPr sz="1800">
                <a:solidFill>
                  <a:srgbClr val="FFFFFF"/>
                </a:solidFill>
              </a:rPr>
              <a:t>line470</a:t>
            </a:r>
          </a:p>
          <a:p>
            <a:r>
              <a:rPr sz="1800">
                <a:solidFill>
                  <a:srgbClr val="FFFFFF"/>
                </a:solidFill>
              </a:rPr>
              <a:t>line471</a:t>
            </a:r>
          </a:p>
          <a:p>
            <a:r>
              <a:rPr sz="1800">
                <a:solidFill>
                  <a:srgbClr val="FFFFFF"/>
                </a:solidFill>
              </a:rPr>
              <a:t>line472</a:t>
            </a:r>
          </a:p>
          <a:p>
            <a:r>
              <a:rPr sz="1800">
                <a:solidFill>
                  <a:srgbClr val="FFFFFF"/>
                </a:solidFill>
              </a:rPr>
              <a:t>line473</a:t>
            </a:r>
          </a:p>
          <a:p>
            <a:r>
              <a:rPr sz="1800">
                <a:solidFill>
                  <a:srgbClr val="FFFFFF"/>
                </a:solidFill>
              </a:rPr>
              <a:t>line474</a:t>
            </a:r>
          </a:p>
          <a:p>
            <a:r>
              <a:rPr sz="1800">
                <a:solidFill>
                  <a:srgbClr val="FFFFFF"/>
                </a:solidFill>
              </a:rPr>
              <a:t>line475</a:t>
            </a:r>
          </a:p>
          <a:p>
            <a:r>
              <a:rPr sz="1800">
                <a:solidFill>
                  <a:srgbClr val="FFFFFF"/>
                </a:solidFill>
              </a:rPr>
              <a:t>line476</a:t>
            </a:r>
          </a:p>
          <a:p>
            <a:r>
              <a:rPr sz="1800">
                <a:solidFill>
                  <a:srgbClr val="FFFFFF"/>
                </a:solidFill>
              </a:rPr>
              <a:t>line477</a:t>
            </a:r>
          </a:p>
          <a:p>
            <a:r>
              <a:rPr sz="1800">
                <a:solidFill>
                  <a:srgbClr val="FFFFFF"/>
                </a:solidFill>
              </a:rPr>
              <a:t>line478</a:t>
            </a:r>
          </a:p>
          <a:p>
            <a:r>
              <a:rPr sz="1800">
                <a:solidFill>
                  <a:srgbClr val="FFFFFF"/>
                </a:solidFill>
              </a:rPr>
              <a:t>line479</a:t>
            </a:r>
          </a:p>
          <a:p>
            <a:r>
              <a:rPr sz="1800">
                <a:solidFill>
                  <a:srgbClr val="FFFFFF"/>
                </a:solidFill>
              </a:rPr>
              <a:t>line480</a:t>
            </a:r>
          </a:p>
          <a:p>
            <a:r>
              <a:rPr sz="1800">
                <a:solidFill>
                  <a:srgbClr val="FFFFFF"/>
                </a:solidFill>
              </a:rPr>
              <a:t>line481</a:t>
            </a:r>
          </a:p>
          <a:p>
            <a:r>
              <a:rPr sz="1800">
                <a:solidFill>
                  <a:srgbClr val="FFFFFF"/>
                </a:solidFill>
              </a:rPr>
              <a:t>line482</a:t>
            </a:r>
          </a:p>
          <a:p>
            <a:r>
              <a:rPr sz="1800">
                <a:solidFill>
                  <a:srgbClr val="FFFFFF"/>
                </a:solidFill>
              </a:rPr>
              <a:t>line483</a:t>
            </a:r>
          </a:p>
          <a:p>
            <a:r>
              <a:rPr sz="1800">
                <a:solidFill>
                  <a:srgbClr val="FFFFFF"/>
                </a:solidFill>
              </a:rPr>
              <a:t>line484</a:t>
            </a:r>
          </a:p>
          <a:p>
            <a:r>
              <a:rPr sz="1800">
                <a:solidFill>
                  <a:srgbClr val="FFFFFF"/>
                </a:solidFill>
              </a:rPr>
              <a:t>line485</a:t>
            </a:r>
          </a:p>
          <a:p>
            <a:r>
              <a:rPr sz="1800">
                <a:solidFill>
                  <a:srgbClr val="FFFFFF"/>
                </a:solidFill>
              </a:rPr>
              <a:t>line486</a:t>
            </a:r>
          </a:p>
          <a:p>
            <a:r>
              <a:rPr sz="1800">
                <a:solidFill>
                  <a:srgbClr val="FFFFFF"/>
                </a:solidFill>
              </a:rPr>
              <a:t>line487</a:t>
            </a:r>
          </a:p>
          <a:p>
            <a:r>
              <a:rPr sz="1800">
                <a:solidFill>
                  <a:srgbClr val="FFFFFF"/>
                </a:solidFill>
              </a:rPr>
              <a:t>line488</a:t>
            </a:r>
          </a:p>
          <a:p>
            <a:r>
              <a:rPr sz="1800">
                <a:solidFill>
                  <a:srgbClr val="FFFFFF"/>
                </a:solidFill>
              </a:rPr>
              <a:t>line489</a:t>
            </a:r>
          </a:p>
          <a:p>
            <a:r>
              <a:rPr sz="1800">
                <a:solidFill>
                  <a:srgbClr val="FFFFFF"/>
                </a:solidFill>
              </a:rPr>
              <a:t>line490</a:t>
            </a:r>
          </a:p>
          <a:p>
            <a:r>
              <a:rPr sz="1800">
                <a:solidFill>
                  <a:srgbClr val="FFFFFF"/>
                </a:solidFill>
              </a:rPr>
              <a:t>line491</a:t>
            </a:r>
          </a:p>
          <a:p>
            <a:r>
              <a:rPr sz="1800">
                <a:solidFill>
                  <a:srgbClr val="FFFFFF"/>
                </a:solidFill>
              </a:rPr>
              <a:t>line492</a:t>
            </a:r>
          </a:p>
          <a:p>
            <a:r>
              <a:rPr sz="1800">
                <a:solidFill>
                  <a:srgbClr val="FFFFFF"/>
                </a:solidFill>
              </a:rPr>
              <a:t>line493</a:t>
            </a:r>
          </a:p>
          <a:p>
            <a:r>
              <a:rPr sz="1800">
                <a:solidFill>
                  <a:srgbClr val="FFFFFF"/>
                </a:solidFill>
              </a:rPr>
              <a:t>line494</a:t>
            </a:r>
          </a:p>
          <a:p>
            <a:r>
              <a:rPr sz="1800">
                <a:solidFill>
                  <a:srgbClr val="FFFFFF"/>
                </a:solidFill>
              </a:rPr>
              <a:t>line495</a:t>
            </a:r>
          </a:p>
          <a:p>
            <a:r>
              <a:rPr sz="1800">
                <a:solidFill>
                  <a:srgbClr val="FFFFFF"/>
                </a:solidFill>
              </a:rPr>
              <a:t>line496</a:t>
            </a:r>
          </a:p>
          <a:p>
            <a:r>
              <a:rPr sz="1800">
                <a:solidFill>
                  <a:srgbClr val="FFFFFF"/>
                </a:solidFill>
              </a:rPr>
              <a:t>line497</a:t>
            </a:r>
          </a:p>
          <a:p>
            <a:r>
              <a:rPr sz="1800">
                <a:solidFill>
                  <a:srgbClr val="FFFFFF"/>
                </a:solidFill>
              </a:rPr>
              <a:t>line498</a:t>
            </a:r>
          </a:p>
          <a:p>
            <a:r>
              <a:rPr sz="1800">
                <a:solidFill>
                  <a:srgbClr val="FFFFFF"/>
                </a:solidFill>
              </a:rPr>
              <a:t>line499</a:t>
            </a:r>
          </a:p>
        </p:txBody>
      </p:sp>
    </p:spTree>
  </p:cSld>
</p:sld>
</file>