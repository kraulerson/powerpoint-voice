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6A3"/>
        </a:solidFill>
        <a:effectLst/>
      </p:bgPr>
    </p:bg>
    <p:spTree/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/>
  </p:cSld>
</p:sldLayout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/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ABBCC"/>
        </a:solidFill>
      </p:bgPr>
    </p:bg>
    <p:spTree>
      <p:sp>
        <p:spPr>
          <a:xfrm>
            <a:off x="600000" y="400000"/>
            <a:ext cx="6000000" cy="10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600000" y="400000"/>
            <a:ext cx="6000000" cy="10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600000" y="400000"/>
            <a:ext cx="6000000" cy="10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600000" y="400000"/>
            <a:ext cx="6000000" cy="10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>
      <a:fillStyleLst/>
      <a:lnStyleLst/>
      <a:effectStyleLst/>
      <a:bg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lt1"/>
            </a:gs>
          </a:gsLst>
        </a:gradFill>
      </a:bgFillStyleLst>
    </a:fmtScheme>
  </a:themeElements>
</a:theme>
</file>