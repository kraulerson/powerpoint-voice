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3" name="Picture Placeholder 2"/>
          <p:cNvPicPr/>
          <p:nvPr>
            <p:ph type="pic" sz="quarter" idx="11"/>
          </p:nvPr>
        </p:nvPicPr>
        <p:blipFill/>
        <p:spPr>
          <a:xfrm>
            <a:off x="8017727" y="0"/>
            <a:ext cx="4174273" cy="6858000"/>
          </a:xfrm>
        </p:spPr>
      </p:pic>
    </p:spTree>
  </p:cSld>
</p:sldLayout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7" name="Picture Placeholder 6"/>
          <p:cNvPicPr/>
          <p:nvPr>
            <p:ph type="pic" sz="quarter" idx="11"/>
          </p:nvPr>
        </p:nvPicPr>
        <p:blipFill>
          <a:blip r:embed="rId1"/>
          <a:stretch>
            <a:fillRect/>
          </a:stretch>
        </p:blipFill>
      </p:pic>
    </p:spTree>
  </p:cSld>
</p:sld>
</file>