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notes.xml><?xml version="1.0" encoding="utf-8"?>
<notes/>
</file>