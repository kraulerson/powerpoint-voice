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sp>
        <p:spPr>
          <a:xfrm>
            <a:off x="800000" y="500000"/>
            <a:ext cx="10000000" cy="3000000"/>
          </a:xfrm>
        </p:spPr>
        <p:txBody>
          <a:p>
            <a:r>
              <a:rPr sz="3600">
                <a:solidFill>
                  <a:srgbClr val="FFFFFF"/>
                </a:solidFill>
              </a:rPr>
              <a:t>Q3</a:t>
            </a:r>
            <a:br/>
            <a:r>
              <a:rPr sz="3600">
                <a:solidFill>
                  <a:srgbClr val="FFFFFF"/>
                </a:solidFill>
              </a:rPr>
              <a:t>FY26</a:t>
            </a:r>
          </a:p>
        </p:txBody>
      </p:sp>
    </p:spTree>
  </p:cSld>
</p:sld>
</file>