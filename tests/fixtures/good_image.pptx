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spPr>
          <a:xfrm>
            <a:off x="838200" y="200000"/>
            <a:ext cx="10515600" cy="9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With Image</a:t>
            </a:r>
          </a:p>
        </p:txBody>
      </p:sp>
      <p:pic>
        <p:blipFill>
          <a:blip r:embed="rId1"/>
        </p:blipFill>
        <p:spPr>
          <a:xfrm>
            <a:off x="1000000" y="1500000"/>
            <a:ext cx="2000000" cy="1500000"/>
          </a:xfrm>
        </p:spPr>
      </p:pic>
    </p:spTree>
  </p:cSld>
</p:sld>
</file>