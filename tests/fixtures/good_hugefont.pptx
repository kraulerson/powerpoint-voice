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IdLst>
    <p:sldId id="256" r:id="rId1"/>
  </p:sldIdLst>
  <p:sldSz cx="12192000" cy="6858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" Target="slides/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0000"/>
        </a:solidFill>
      </p:bgPr>
    </p:bg>
    <p:spTree>
      <p:sp>
        <p:spPr>
          <a:xfrm>
            <a:off x="838200" y="200000"/>
            <a:ext cx="10515600" cy="6000000"/>
          </a:xfrm>
        </p:spPr>
        <p:txBody>
          <a:p>
            <a:r>
              <a:rPr sz="5160000" b="1">
                <a:solidFill>
                  <a:srgbClr val="FFFFFF"/>
                </a:solidFill>
                <a:latin typeface="Calibri"/>
              </a:rPr>
              <a:t>BIG</a:t>
            </a:r>
          </a:p>
        </p:txBody>
      </p:sp>
    </p:spTree>
  </p:cSld>
</p:sld>
</file>