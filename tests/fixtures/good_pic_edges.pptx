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3000000" cy="3000000"/>
          </a:xfrm>
        </p:spPr>
      </p:pic>
      <p:pic>
        <p:blipFill>
          <a:blip r:embed="rId1"/>
          <a:stretch>
            <a:fillRect/>
          </a:stretch>
        </p:blipFill>
        <p:spPr>
          <a:xfrm>
            <a:off x="3000000" y="0"/>
            <a:ext cx="3000000" cy="3000000"/>
          </a:xfrm>
        </p:spPr>
      </p:pic>
      <p:pic>
        <p:blipFill>
          <a:blip r:embed="rId2"/>
          <a:srcRect l="0" t="0" r="0" b="60000"/>
          <a:stretch>
            <a:fillRect/>
          </a:stretch>
        </p:blipFill>
        <p:spPr>
          <a:xfrm>
            <a:off x="6000000" y="0"/>
            <a:ext cx="5000000" cy="3000000"/>
          </a:xfrm>
        </p:spPr>
      </p:pic>
    </p:spTree>
  </p:cSld>
</p:sld>
</file>