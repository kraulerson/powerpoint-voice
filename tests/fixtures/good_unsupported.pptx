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838200" y="200000"/>
            <a:ext cx="10515600" cy="9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Has a table</a:t>
            </a:r>
          </a:p>
        </p:txBody>
      </p:sp>
      <p:graphicFrame>
        <a:graphic>
          <a:graphicData uri="http://schemas.openxmlformats.org/drawingml/2006/table">
            <a:tbl>
              <a:tr>
                <a:tc>
                  <a:txBody>
                    <a:p>
                      <a:r>
                        <a:t>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