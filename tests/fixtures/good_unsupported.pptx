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spPr>
          <a:xfrm>
            <a:off x="838200" y="200000"/>
            <a:ext cx="10515600" cy="900000"/>
          </a:xfrm>
        </p:spPr>
        <p:txBody>
          <a:p>
            <a:r>
              <a:rPr sz="4400" b="1">
                <a:solidFill>
                  <a:srgbClr val="FFFFFF"/>
                </a:solidFill>
                <a:latin typeface="Calibri"/>
              </a:rPr>
              <a:t>Has a table</a:t>
            </a:r>
          </a:p>
        </p:txBody>
      </p:sp>
      <p:graphicFrame>
        <p:xfrm>
          <a:off x="2000000" y="3000000"/>
          <a:ext cx="6000000" cy="2000000"/>
        </p:xfrm>
        <a:graphic>
          <a:graphicData uri="http://schemas.openxmlformats.org/drawingml/2006/table">
            <a:tbl>
              <a:tr>
                <a:tc>
                  <a:txBody>
                    <a:p>
                      <a:r>
                        <a:t>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