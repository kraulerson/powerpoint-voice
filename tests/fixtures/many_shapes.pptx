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0" y="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box0</a:t>
            </a:r>
          </a:p>
        </p:txBody>
      </p:sp>
      <p:sp>
        <p:spPr>
          <a:xfrm>
            <a:off x="0" y="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</a:t>
            </a:r>
          </a:p>
        </p:txBody>
      </p:sp>
      <p:sp>
        <p:spPr>
          <a:xfrm>
            <a:off x="0" y="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</a:t>
            </a:r>
          </a:p>
        </p:txBody>
      </p:sp>
      <p:sp>
        <p:spPr>
          <a:xfrm>
            <a:off x="0" y="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</a:t>
            </a:r>
          </a:p>
        </p:txBody>
      </p:sp>
      <p:sp>
        <p:spPr>
          <a:xfrm>
            <a:off x="0" y="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</a:t>
            </a:r>
          </a:p>
        </p:txBody>
      </p:sp>
      <p:sp>
        <p:spPr>
          <a:xfrm>
            <a:off x="0" y="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</a:t>
            </a:r>
          </a:p>
        </p:txBody>
      </p:sp>
      <p:sp>
        <p:spPr>
          <a:xfrm>
            <a:off x="0" y="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</a:t>
            </a:r>
          </a:p>
        </p:txBody>
      </p:sp>
      <p:sp>
        <p:spPr>
          <a:xfrm>
            <a:off x="0" y="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</a:t>
            </a:r>
          </a:p>
        </p:txBody>
      </p:sp>
      <p:sp>
        <p:spPr>
          <a:xfrm>
            <a:off x="0" y="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</a:t>
            </a:r>
          </a:p>
        </p:txBody>
      </p:sp>
      <p:sp>
        <p:spPr>
          <a:xfrm>
            <a:off x="0" y="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</a:t>
            </a:r>
          </a:p>
        </p:txBody>
      </p:sp>
      <p:sp>
        <p:spPr>
          <a:xfrm>
            <a:off x="0" y="1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</a:t>
            </a:r>
          </a:p>
        </p:txBody>
      </p:sp>
      <p:sp>
        <p:spPr>
          <a:xfrm>
            <a:off x="0" y="1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</a:t>
            </a:r>
          </a:p>
        </p:txBody>
      </p:sp>
      <p:sp>
        <p:spPr>
          <a:xfrm>
            <a:off x="0" y="1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</a:t>
            </a:r>
          </a:p>
        </p:txBody>
      </p:sp>
      <p:sp>
        <p:spPr>
          <a:xfrm>
            <a:off x="0" y="1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</a:t>
            </a:r>
          </a:p>
        </p:txBody>
      </p:sp>
      <p:sp>
        <p:spPr>
          <a:xfrm>
            <a:off x="0" y="1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</a:t>
            </a:r>
          </a:p>
        </p:txBody>
      </p:sp>
      <p:sp>
        <p:spPr>
          <a:xfrm>
            <a:off x="0" y="1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</a:t>
            </a:r>
          </a:p>
        </p:txBody>
      </p:sp>
      <p:sp>
        <p:spPr>
          <a:xfrm>
            <a:off x="0" y="1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</a:t>
            </a:r>
          </a:p>
        </p:txBody>
      </p:sp>
      <p:sp>
        <p:spPr>
          <a:xfrm>
            <a:off x="0" y="1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</a:t>
            </a:r>
          </a:p>
        </p:txBody>
      </p:sp>
      <p:sp>
        <p:spPr>
          <a:xfrm>
            <a:off x="0" y="1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</a:t>
            </a:r>
          </a:p>
        </p:txBody>
      </p:sp>
      <p:sp>
        <p:spPr>
          <a:xfrm>
            <a:off x="0" y="1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</a:t>
            </a:r>
          </a:p>
        </p:txBody>
      </p:sp>
      <p:sp>
        <p:spPr>
          <a:xfrm>
            <a:off x="0" y="2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box20</a:t>
            </a:r>
          </a:p>
        </p:txBody>
      </p:sp>
      <p:sp>
        <p:spPr>
          <a:xfrm>
            <a:off x="0" y="2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box21</a:t>
            </a:r>
          </a:p>
        </p:txBody>
      </p:sp>
      <p:sp>
        <p:spPr>
          <a:xfrm>
            <a:off x="0" y="2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box22</a:t>
            </a:r>
          </a:p>
        </p:txBody>
      </p:sp>
      <p:sp>
        <p:spPr>
          <a:xfrm>
            <a:off x="0" y="2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box23</a:t>
            </a:r>
          </a:p>
        </p:txBody>
      </p:sp>
      <p:sp>
        <p:spPr>
          <a:xfrm>
            <a:off x="0" y="2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box24</a:t>
            </a:r>
          </a:p>
        </p:txBody>
      </p:sp>
      <p:sp>
        <p:spPr>
          <a:xfrm>
            <a:off x="0" y="2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box25</a:t>
            </a:r>
          </a:p>
        </p:txBody>
      </p:sp>
      <p:sp>
        <p:spPr>
          <a:xfrm>
            <a:off x="0" y="2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box26</a:t>
            </a:r>
          </a:p>
        </p:txBody>
      </p:sp>
      <p:sp>
        <p:spPr>
          <a:xfrm>
            <a:off x="0" y="2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box27</a:t>
            </a:r>
          </a:p>
        </p:txBody>
      </p:sp>
      <p:sp>
        <p:spPr>
          <a:xfrm>
            <a:off x="0" y="2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box28</a:t>
            </a:r>
          </a:p>
        </p:txBody>
      </p:sp>
      <p:sp>
        <p:spPr>
          <a:xfrm>
            <a:off x="0" y="2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box29</a:t>
            </a:r>
          </a:p>
        </p:txBody>
      </p:sp>
      <p:sp>
        <p:spPr>
          <a:xfrm>
            <a:off x="0" y="3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box30</a:t>
            </a:r>
          </a:p>
        </p:txBody>
      </p:sp>
      <p:sp>
        <p:spPr>
          <a:xfrm>
            <a:off x="0" y="3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box31</a:t>
            </a:r>
          </a:p>
        </p:txBody>
      </p:sp>
      <p:sp>
        <p:spPr>
          <a:xfrm>
            <a:off x="0" y="3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box32</a:t>
            </a:r>
          </a:p>
        </p:txBody>
      </p:sp>
      <p:sp>
        <p:spPr>
          <a:xfrm>
            <a:off x="0" y="3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box33</a:t>
            </a:r>
          </a:p>
        </p:txBody>
      </p:sp>
      <p:sp>
        <p:spPr>
          <a:xfrm>
            <a:off x="0" y="3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box34</a:t>
            </a:r>
          </a:p>
        </p:txBody>
      </p:sp>
      <p:sp>
        <p:spPr>
          <a:xfrm>
            <a:off x="0" y="3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box35</a:t>
            </a:r>
          </a:p>
        </p:txBody>
      </p:sp>
      <p:sp>
        <p:spPr>
          <a:xfrm>
            <a:off x="0" y="3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box36</a:t>
            </a:r>
          </a:p>
        </p:txBody>
      </p:sp>
      <p:sp>
        <p:spPr>
          <a:xfrm>
            <a:off x="0" y="3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box37</a:t>
            </a:r>
          </a:p>
        </p:txBody>
      </p:sp>
      <p:sp>
        <p:spPr>
          <a:xfrm>
            <a:off x="0" y="3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box38</a:t>
            </a:r>
          </a:p>
        </p:txBody>
      </p:sp>
      <p:sp>
        <p:spPr>
          <a:xfrm>
            <a:off x="0" y="3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box39</a:t>
            </a:r>
          </a:p>
        </p:txBody>
      </p:sp>
      <p:sp>
        <p:spPr>
          <a:xfrm>
            <a:off x="0" y="4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box40</a:t>
            </a:r>
          </a:p>
        </p:txBody>
      </p:sp>
      <p:sp>
        <p:spPr>
          <a:xfrm>
            <a:off x="0" y="4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box41</a:t>
            </a:r>
          </a:p>
        </p:txBody>
      </p:sp>
      <p:sp>
        <p:spPr>
          <a:xfrm>
            <a:off x="0" y="4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box42</a:t>
            </a:r>
          </a:p>
        </p:txBody>
      </p:sp>
      <p:sp>
        <p:spPr>
          <a:xfrm>
            <a:off x="0" y="4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box43</a:t>
            </a:r>
          </a:p>
        </p:txBody>
      </p:sp>
      <p:sp>
        <p:spPr>
          <a:xfrm>
            <a:off x="0" y="4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box44</a:t>
            </a:r>
          </a:p>
        </p:txBody>
      </p:sp>
      <p:sp>
        <p:spPr>
          <a:xfrm>
            <a:off x="0" y="4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box45</a:t>
            </a:r>
          </a:p>
        </p:txBody>
      </p:sp>
      <p:sp>
        <p:spPr>
          <a:xfrm>
            <a:off x="0" y="4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box46</a:t>
            </a:r>
          </a:p>
        </p:txBody>
      </p:sp>
      <p:sp>
        <p:spPr>
          <a:xfrm>
            <a:off x="0" y="4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box47</a:t>
            </a:r>
          </a:p>
        </p:txBody>
      </p:sp>
      <p:sp>
        <p:spPr>
          <a:xfrm>
            <a:off x="0" y="4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box48</a:t>
            </a:r>
          </a:p>
        </p:txBody>
      </p:sp>
      <p:sp>
        <p:spPr>
          <a:xfrm>
            <a:off x="0" y="4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box49</a:t>
            </a:r>
          </a:p>
        </p:txBody>
      </p:sp>
      <p:sp>
        <p:spPr>
          <a:xfrm>
            <a:off x="0" y="5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box50</a:t>
            </a:r>
          </a:p>
        </p:txBody>
      </p:sp>
      <p:sp>
        <p:spPr>
          <a:xfrm>
            <a:off x="0" y="5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box51</a:t>
            </a:r>
          </a:p>
        </p:txBody>
      </p:sp>
      <p:sp>
        <p:spPr>
          <a:xfrm>
            <a:off x="0" y="5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box52</a:t>
            </a:r>
          </a:p>
        </p:txBody>
      </p:sp>
      <p:sp>
        <p:spPr>
          <a:xfrm>
            <a:off x="0" y="5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box53</a:t>
            </a:r>
          </a:p>
        </p:txBody>
      </p:sp>
      <p:sp>
        <p:spPr>
          <a:xfrm>
            <a:off x="0" y="5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box54</a:t>
            </a:r>
          </a:p>
        </p:txBody>
      </p:sp>
      <p:sp>
        <p:spPr>
          <a:xfrm>
            <a:off x="0" y="5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box55</a:t>
            </a:r>
          </a:p>
        </p:txBody>
      </p:sp>
      <p:sp>
        <p:spPr>
          <a:xfrm>
            <a:off x="0" y="5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box56</a:t>
            </a:r>
          </a:p>
        </p:txBody>
      </p:sp>
      <p:sp>
        <p:spPr>
          <a:xfrm>
            <a:off x="0" y="5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box57</a:t>
            </a:r>
          </a:p>
        </p:txBody>
      </p:sp>
      <p:sp>
        <p:spPr>
          <a:xfrm>
            <a:off x="0" y="5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box58</a:t>
            </a:r>
          </a:p>
        </p:txBody>
      </p:sp>
      <p:sp>
        <p:spPr>
          <a:xfrm>
            <a:off x="0" y="5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box59</a:t>
            </a:r>
          </a:p>
        </p:txBody>
      </p:sp>
      <p:sp>
        <p:spPr>
          <a:xfrm>
            <a:off x="0" y="6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box60</a:t>
            </a:r>
          </a:p>
        </p:txBody>
      </p:sp>
      <p:sp>
        <p:spPr>
          <a:xfrm>
            <a:off x="0" y="6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box61</a:t>
            </a:r>
          </a:p>
        </p:txBody>
      </p:sp>
      <p:sp>
        <p:spPr>
          <a:xfrm>
            <a:off x="0" y="6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box62</a:t>
            </a:r>
          </a:p>
        </p:txBody>
      </p:sp>
      <p:sp>
        <p:spPr>
          <a:xfrm>
            <a:off x="0" y="6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box63</a:t>
            </a:r>
          </a:p>
        </p:txBody>
      </p:sp>
      <p:sp>
        <p:spPr>
          <a:xfrm>
            <a:off x="0" y="6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box64</a:t>
            </a:r>
          </a:p>
        </p:txBody>
      </p:sp>
      <p:sp>
        <p:spPr>
          <a:xfrm>
            <a:off x="0" y="6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box65</a:t>
            </a:r>
          </a:p>
        </p:txBody>
      </p:sp>
      <p:sp>
        <p:spPr>
          <a:xfrm>
            <a:off x="0" y="6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box66</a:t>
            </a:r>
          </a:p>
        </p:txBody>
      </p:sp>
      <p:sp>
        <p:spPr>
          <a:xfrm>
            <a:off x="0" y="6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box67</a:t>
            </a:r>
          </a:p>
        </p:txBody>
      </p:sp>
      <p:sp>
        <p:spPr>
          <a:xfrm>
            <a:off x="0" y="6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box68</a:t>
            </a:r>
          </a:p>
        </p:txBody>
      </p:sp>
      <p:sp>
        <p:spPr>
          <a:xfrm>
            <a:off x="0" y="6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box69</a:t>
            </a:r>
          </a:p>
        </p:txBody>
      </p:sp>
      <p:sp>
        <p:spPr>
          <a:xfrm>
            <a:off x="0" y="7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box70</a:t>
            </a:r>
          </a:p>
        </p:txBody>
      </p:sp>
      <p:sp>
        <p:spPr>
          <a:xfrm>
            <a:off x="0" y="7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box71</a:t>
            </a:r>
          </a:p>
        </p:txBody>
      </p:sp>
      <p:sp>
        <p:spPr>
          <a:xfrm>
            <a:off x="0" y="7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box72</a:t>
            </a:r>
          </a:p>
        </p:txBody>
      </p:sp>
      <p:sp>
        <p:spPr>
          <a:xfrm>
            <a:off x="0" y="7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box73</a:t>
            </a:r>
          </a:p>
        </p:txBody>
      </p:sp>
      <p:sp>
        <p:spPr>
          <a:xfrm>
            <a:off x="0" y="7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box74</a:t>
            </a:r>
          </a:p>
        </p:txBody>
      </p:sp>
      <p:sp>
        <p:spPr>
          <a:xfrm>
            <a:off x="0" y="7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box75</a:t>
            </a:r>
          </a:p>
        </p:txBody>
      </p:sp>
      <p:sp>
        <p:spPr>
          <a:xfrm>
            <a:off x="0" y="7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box76</a:t>
            </a:r>
          </a:p>
        </p:txBody>
      </p:sp>
      <p:sp>
        <p:spPr>
          <a:xfrm>
            <a:off x="0" y="7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box77</a:t>
            </a:r>
          </a:p>
        </p:txBody>
      </p:sp>
      <p:sp>
        <p:spPr>
          <a:xfrm>
            <a:off x="0" y="7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box78</a:t>
            </a:r>
          </a:p>
        </p:txBody>
      </p:sp>
      <p:sp>
        <p:spPr>
          <a:xfrm>
            <a:off x="0" y="7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box79</a:t>
            </a:r>
          </a:p>
        </p:txBody>
      </p:sp>
      <p:sp>
        <p:spPr>
          <a:xfrm>
            <a:off x="0" y="8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box80</a:t>
            </a:r>
          </a:p>
        </p:txBody>
      </p:sp>
      <p:sp>
        <p:spPr>
          <a:xfrm>
            <a:off x="0" y="8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box81</a:t>
            </a:r>
          </a:p>
        </p:txBody>
      </p:sp>
      <p:sp>
        <p:spPr>
          <a:xfrm>
            <a:off x="0" y="8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box82</a:t>
            </a:r>
          </a:p>
        </p:txBody>
      </p:sp>
      <p:sp>
        <p:spPr>
          <a:xfrm>
            <a:off x="0" y="8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box83</a:t>
            </a:r>
          </a:p>
        </p:txBody>
      </p:sp>
      <p:sp>
        <p:spPr>
          <a:xfrm>
            <a:off x="0" y="8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box84</a:t>
            </a:r>
          </a:p>
        </p:txBody>
      </p:sp>
      <p:sp>
        <p:spPr>
          <a:xfrm>
            <a:off x="0" y="8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box85</a:t>
            </a:r>
          </a:p>
        </p:txBody>
      </p:sp>
      <p:sp>
        <p:spPr>
          <a:xfrm>
            <a:off x="0" y="8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box86</a:t>
            </a:r>
          </a:p>
        </p:txBody>
      </p:sp>
      <p:sp>
        <p:spPr>
          <a:xfrm>
            <a:off x="0" y="8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box87</a:t>
            </a:r>
          </a:p>
        </p:txBody>
      </p:sp>
      <p:sp>
        <p:spPr>
          <a:xfrm>
            <a:off x="0" y="8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box88</a:t>
            </a:r>
          </a:p>
        </p:txBody>
      </p:sp>
      <p:sp>
        <p:spPr>
          <a:xfrm>
            <a:off x="0" y="8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box89</a:t>
            </a:r>
          </a:p>
        </p:txBody>
      </p:sp>
      <p:sp>
        <p:spPr>
          <a:xfrm>
            <a:off x="0" y="9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box90</a:t>
            </a:r>
          </a:p>
        </p:txBody>
      </p:sp>
      <p:sp>
        <p:spPr>
          <a:xfrm>
            <a:off x="0" y="9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box91</a:t>
            </a:r>
          </a:p>
        </p:txBody>
      </p:sp>
      <p:sp>
        <p:spPr>
          <a:xfrm>
            <a:off x="0" y="9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box92</a:t>
            </a:r>
          </a:p>
        </p:txBody>
      </p:sp>
      <p:sp>
        <p:spPr>
          <a:xfrm>
            <a:off x="0" y="9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box93</a:t>
            </a:r>
          </a:p>
        </p:txBody>
      </p:sp>
      <p:sp>
        <p:spPr>
          <a:xfrm>
            <a:off x="0" y="9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box94</a:t>
            </a:r>
          </a:p>
        </p:txBody>
      </p:sp>
      <p:sp>
        <p:spPr>
          <a:xfrm>
            <a:off x="0" y="9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box95</a:t>
            </a:r>
          </a:p>
        </p:txBody>
      </p:sp>
      <p:sp>
        <p:spPr>
          <a:xfrm>
            <a:off x="0" y="9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box96</a:t>
            </a:r>
          </a:p>
        </p:txBody>
      </p:sp>
      <p:sp>
        <p:spPr>
          <a:xfrm>
            <a:off x="0" y="9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box97</a:t>
            </a:r>
          </a:p>
        </p:txBody>
      </p:sp>
      <p:sp>
        <p:spPr>
          <a:xfrm>
            <a:off x="0" y="9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box98</a:t>
            </a:r>
          </a:p>
        </p:txBody>
      </p:sp>
      <p:sp>
        <p:spPr>
          <a:xfrm>
            <a:off x="0" y="9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box99</a:t>
            </a:r>
          </a:p>
        </p:txBody>
      </p:sp>
      <p:sp>
        <p:spPr>
          <a:xfrm>
            <a:off x="0" y="10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box100</a:t>
            </a:r>
          </a:p>
        </p:txBody>
      </p:sp>
      <p:sp>
        <p:spPr>
          <a:xfrm>
            <a:off x="0" y="10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box101</a:t>
            </a:r>
          </a:p>
        </p:txBody>
      </p:sp>
      <p:sp>
        <p:spPr>
          <a:xfrm>
            <a:off x="0" y="10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box102</a:t>
            </a:r>
          </a:p>
        </p:txBody>
      </p:sp>
      <p:sp>
        <p:spPr>
          <a:xfrm>
            <a:off x="0" y="10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box103</a:t>
            </a:r>
          </a:p>
        </p:txBody>
      </p:sp>
      <p:sp>
        <p:spPr>
          <a:xfrm>
            <a:off x="0" y="10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box104</a:t>
            </a:r>
          </a:p>
        </p:txBody>
      </p:sp>
      <p:sp>
        <p:spPr>
          <a:xfrm>
            <a:off x="0" y="10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box105</a:t>
            </a:r>
          </a:p>
        </p:txBody>
      </p:sp>
      <p:sp>
        <p:spPr>
          <a:xfrm>
            <a:off x="0" y="10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box106</a:t>
            </a:r>
          </a:p>
        </p:txBody>
      </p:sp>
      <p:sp>
        <p:spPr>
          <a:xfrm>
            <a:off x="0" y="10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box107</a:t>
            </a:r>
          </a:p>
        </p:txBody>
      </p:sp>
      <p:sp>
        <p:spPr>
          <a:xfrm>
            <a:off x="0" y="10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box108</a:t>
            </a:r>
          </a:p>
        </p:txBody>
      </p:sp>
      <p:sp>
        <p:spPr>
          <a:xfrm>
            <a:off x="0" y="10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box109</a:t>
            </a:r>
          </a:p>
        </p:txBody>
      </p:sp>
      <p:sp>
        <p:spPr>
          <a:xfrm>
            <a:off x="0" y="11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box110</a:t>
            </a:r>
          </a:p>
        </p:txBody>
      </p:sp>
      <p:sp>
        <p:spPr>
          <a:xfrm>
            <a:off x="0" y="11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box111</a:t>
            </a:r>
          </a:p>
        </p:txBody>
      </p:sp>
      <p:sp>
        <p:spPr>
          <a:xfrm>
            <a:off x="0" y="11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box112</a:t>
            </a:r>
          </a:p>
        </p:txBody>
      </p:sp>
      <p:sp>
        <p:spPr>
          <a:xfrm>
            <a:off x="0" y="11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box113</a:t>
            </a:r>
          </a:p>
        </p:txBody>
      </p:sp>
      <p:sp>
        <p:spPr>
          <a:xfrm>
            <a:off x="0" y="11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box114</a:t>
            </a:r>
          </a:p>
        </p:txBody>
      </p:sp>
      <p:sp>
        <p:spPr>
          <a:xfrm>
            <a:off x="0" y="11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box115</a:t>
            </a:r>
          </a:p>
        </p:txBody>
      </p:sp>
      <p:sp>
        <p:spPr>
          <a:xfrm>
            <a:off x="0" y="11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box116</a:t>
            </a:r>
          </a:p>
        </p:txBody>
      </p:sp>
      <p:sp>
        <p:spPr>
          <a:xfrm>
            <a:off x="0" y="11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box117</a:t>
            </a:r>
          </a:p>
        </p:txBody>
      </p:sp>
      <p:sp>
        <p:spPr>
          <a:xfrm>
            <a:off x="0" y="11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box118</a:t>
            </a:r>
          </a:p>
        </p:txBody>
      </p:sp>
      <p:sp>
        <p:spPr>
          <a:xfrm>
            <a:off x="0" y="11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box119</a:t>
            </a:r>
          </a:p>
        </p:txBody>
      </p:sp>
      <p:sp>
        <p:spPr>
          <a:xfrm>
            <a:off x="0" y="12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box120</a:t>
            </a:r>
          </a:p>
        </p:txBody>
      </p:sp>
      <p:sp>
        <p:spPr>
          <a:xfrm>
            <a:off x="0" y="12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box121</a:t>
            </a:r>
          </a:p>
        </p:txBody>
      </p:sp>
      <p:sp>
        <p:spPr>
          <a:xfrm>
            <a:off x="0" y="12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box122</a:t>
            </a:r>
          </a:p>
        </p:txBody>
      </p:sp>
      <p:sp>
        <p:spPr>
          <a:xfrm>
            <a:off x="0" y="12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box123</a:t>
            </a:r>
          </a:p>
        </p:txBody>
      </p:sp>
      <p:sp>
        <p:spPr>
          <a:xfrm>
            <a:off x="0" y="12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box124</a:t>
            </a:r>
          </a:p>
        </p:txBody>
      </p:sp>
      <p:sp>
        <p:spPr>
          <a:xfrm>
            <a:off x="0" y="12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box125</a:t>
            </a:r>
          </a:p>
        </p:txBody>
      </p:sp>
      <p:sp>
        <p:spPr>
          <a:xfrm>
            <a:off x="0" y="12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box126</a:t>
            </a:r>
          </a:p>
        </p:txBody>
      </p:sp>
      <p:sp>
        <p:spPr>
          <a:xfrm>
            <a:off x="0" y="12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box127</a:t>
            </a:r>
          </a:p>
        </p:txBody>
      </p:sp>
      <p:sp>
        <p:spPr>
          <a:xfrm>
            <a:off x="0" y="12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box128</a:t>
            </a:r>
          </a:p>
        </p:txBody>
      </p:sp>
      <p:sp>
        <p:spPr>
          <a:xfrm>
            <a:off x="0" y="12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box129</a:t>
            </a:r>
          </a:p>
        </p:txBody>
      </p:sp>
      <p:sp>
        <p:spPr>
          <a:xfrm>
            <a:off x="0" y="13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box130</a:t>
            </a:r>
          </a:p>
        </p:txBody>
      </p:sp>
      <p:sp>
        <p:spPr>
          <a:xfrm>
            <a:off x="0" y="13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box131</a:t>
            </a:r>
          </a:p>
        </p:txBody>
      </p:sp>
      <p:sp>
        <p:spPr>
          <a:xfrm>
            <a:off x="0" y="13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box132</a:t>
            </a:r>
          </a:p>
        </p:txBody>
      </p:sp>
      <p:sp>
        <p:spPr>
          <a:xfrm>
            <a:off x="0" y="13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box133</a:t>
            </a:r>
          </a:p>
        </p:txBody>
      </p:sp>
      <p:sp>
        <p:spPr>
          <a:xfrm>
            <a:off x="0" y="13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box134</a:t>
            </a:r>
          </a:p>
        </p:txBody>
      </p:sp>
      <p:sp>
        <p:spPr>
          <a:xfrm>
            <a:off x="0" y="13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box135</a:t>
            </a:r>
          </a:p>
        </p:txBody>
      </p:sp>
      <p:sp>
        <p:spPr>
          <a:xfrm>
            <a:off x="0" y="13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box136</a:t>
            </a:r>
          </a:p>
        </p:txBody>
      </p:sp>
      <p:sp>
        <p:spPr>
          <a:xfrm>
            <a:off x="0" y="13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box137</a:t>
            </a:r>
          </a:p>
        </p:txBody>
      </p:sp>
      <p:sp>
        <p:spPr>
          <a:xfrm>
            <a:off x="0" y="13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box138</a:t>
            </a:r>
          </a:p>
        </p:txBody>
      </p:sp>
      <p:sp>
        <p:spPr>
          <a:xfrm>
            <a:off x="0" y="13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box139</a:t>
            </a:r>
          </a:p>
        </p:txBody>
      </p:sp>
      <p:sp>
        <p:spPr>
          <a:xfrm>
            <a:off x="0" y="14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box140</a:t>
            </a:r>
          </a:p>
        </p:txBody>
      </p:sp>
      <p:sp>
        <p:spPr>
          <a:xfrm>
            <a:off x="0" y="14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box141</a:t>
            </a:r>
          </a:p>
        </p:txBody>
      </p:sp>
      <p:sp>
        <p:spPr>
          <a:xfrm>
            <a:off x="0" y="14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box142</a:t>
            </a:r>
          </a:p>
        </p:txBody>
      </p:sp>
      <p:sp>
        <p:spPr>
          <a:xfrm>
            <a:off x="0" y="14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box143</a:t>
            </a:r>
          </a:p>
        </p:txBody>
      </p:sp>
      <p:sp>
        <p:spPr>
          <a:xfrm>
            <a:off x="0" y="14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box144</a:t>
            </a:r>
          </a:p>
        </p:txBody>
      </p:sp>
      <p:sp>
        <p:spPr>
          <a:xfrm>
            <a:off x="0" y="14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box145</a:t>
            </a:r>
          </a:p>
        </p:txBody>
      </p:sp>
      <p:sp>
        <p:spPr>
          <a:xfrm>
            <a:off x="0" y="14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box146</a:t>
            </a:r>
          </a:p>
        </p:txBody>
      </p:sp>
      <p:sp>
        <p:spPr>
          <a:xfrm>
            <a:off x="0" y="14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box147</a:t>
            </a:r>
          </a:p>
        </p:txBody>
      </p:sp>
      <p:sp>
        <p:spPr>
          <a:xfrm>
            <a:off x="0" y="14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box148</a:t>
            </a:r>
          </a:p>
        </p:txBody>
      </p:sp>
      <p:sp>
        <p:spPr>
          <a:xfrm>
            <a:off x="0" y="14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box149</a:t>
            </a:r>
          </a:p>
        </p:txBody>
      </p:sp>
      <p:sp>
        <p:spPr>
          <a:xfrm>
            <a:off x="0" y="15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box150</a:t>
            </a:r>
          </a:p>
        </p:txBody>
      </p:sp>
      <p:sp>
        <p:spPr>
          <a:xfrm>
            <a:off x="0" y="15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box151</a:t>
            </a:r>
          </a:p>
        </p:txBody>
      </p:sp>
      <p:sp>
        <p:spPr>
          <a:xfrm>
            <a:off x="0" y="15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box152</a:t>
            </a:r>
          </a:p>
        </p:txBody>
      </p:sp>
      <p:sp>
        <p:spPr>
          <a:xfrm>
            <a:off x="0" y="15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box153</a:t>
            </a:r>
          </a:p>
        </p:txBody>
      </p:sp>
      <p:sp>
        <p:spPr>
          <a:xfrm>
            <a:off x="0" y="15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box154</a:t>
            </a:r>
          </a:p>
        </p:txBody>
      </p:sp>
      <p:sp>
        <p:spPr>
          <a:xfrm>
            <a:off x="0" y="15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box155</a:t>
            </a:r>
          </a:p>
        </p:txBody>
      </p:sp>
      <p:sp>
        <p:spPr>
          <a:xfrm>
            <a:off x="0" y="15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box156</a:t>
            </a:r>
          </a:p>
        </p:txBody>
      </p:sp>
      <p:sp>
        <p:spPr>
          <a:xfrm>
            <a:off x="0" y="15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box157</a:t>
            </a:r>
          </a:p>
        </p:txBody>
      </p:sp>
      <p:sp>
        <p:spPr>
          <a:xfrm>
            <a:off x="0" y="15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box158</a:t>
            </a:r>
          </a:p>
        </p:txBody>
      </p:sp>
      <p:sp>
        <p:spPr>
          <a:xfrm>
            <a:off x="0" y="15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box159</a:t>
            </a:r>
          </a:p>
        </p:txBody>
      </p:sp>
      <p:sp>
        <p:spPr>
          <a:xfrm>
            <a:off x="0" y="16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box160</a:t>
            </a:r>
          </a:p>
        </p:txBody>
      </p:sp>
      <p:sp>
        <p:spPr>
          <a:xfrm>
            <a:off x="0" y="16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box161</a:t>
            </a:r>
          </a:p>
        </p:txBody>
      </p:sp>
      <p:sp>
        <p:spPr>
          <a:xfrm>
            <a:off x="0" y="16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box162</a:t>
            </a:r>
          </a:p>
        </p:txBody>
      </p:sp>
      <p:sp>
        <p:spPr>
          <a:xfrm>
            <a:off x="0" y="16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box163</a:t>
            </a:r>
          </a:p>
        </p:txBody>
      </p:sp>
      <p:sp>
        <p:spPr>
          <a:xfrm>
            <a:off x="0" y="16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box164</a:t>
            </a:r>
          </a:p>
        </p:txBody>
      </p:sp>
      <p:sp>
        <p:spPr>
          <a:xfrm>
            <a:off x="0" y="16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box165</a:t>
            </a:r>
          </a:p>
        </p:txBody>
      </p:sp>
      <p:sp>
        <p:spPr>
          <a:xfrm>
            <a:off x="0" y="16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box166</a:t>
            </a:r>
          </a:p>
        </p:txBody>
      </p:sp>
      <p:sp>
        <p:spPr>
          <a:xfrm>
            <a:off x="0" y="16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box167</a:t>
            </a:r>
          </a:p>
        </p:txBody>
      </p:sp>
      <p:sp>
        <p:spPr>
          <a:xfrm>
            <a:off x="0" y="16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box168</a:t>
            </a:r>
          </a:p>
        </p:txBody>
      </p:sp>
      <p:sp>
        <p:spPr>
          <a:xfrm>
            <a:off x="0" y="16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box169</a:t>
            </a:r>
          </a:p>
        </p:txBody>
      </p:sp>
      <p:sp>
        <p:spPr>
          <a:xfrm>
            <a:off x="0" y="17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box170</a:t>
            </a:r>
          </a:p>
        </p:txBody>
      </p:sp>
      <p:sp>
        <p:spPr>
          <a:xfrm>
            <a:off x="0" y="17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box171</a:t>
            </a:r>
          </a:p>
        </p:txBody>
      </p:sp>
      <p:sp>
        <p:spPr>
          <a:xfrm>
            <a:off x="0" y="17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box172</a:t>
            </a:r>
          </a:p>
        </p:txBody>
      </p:sp>
      <p:sp>
        <p:spPr>
          <a:xfrm>
            <a:off x="0" y="17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box173</a:t>
            </a:r>
          </a:p>
        </p:txBody>
      </p:sp>
      <p:sp>
        <p:spPr>
          <a:xfrm>
            <a:off x="0" y="17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box174</a:t>
            </a:r>
          </a:p>
        </p:txBody>
      </p:sp>
      <p:sp>
        <p:spPr>
          <a:xfrm>
            <a:off x="0" y="17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box175</a:t>
            </a:r>
          </a:p>
        </p:txBody>
      </p:sp>
      <p:sp>
        <p:spPr>
          <a:xfrm>
            <a:off x="0" y="17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box176</a:t>
            </a:r>
          </a:p>
        </p:txBody>
      </p:sp>
      <p:sp>
        <p:spPr>
          <a:xfrm>
            <a:off x="0" y="17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box177</a:t>
            </a:r>
          </a:p>
        </p:txBody>
      </p:sp>
      <p:sp>
        <p:spPr>
          <a:xfrm>
            <a:off x="0" y="17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box178</a:t>
            </a:r>
          </a:p>
        </p:txBody>
      </p:sp>
      <p:sp>
        <p:spPr>
          <a:xfrm>
            <a:off x="0" y="17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box179</a:t>
            </a:r>
          </a:p>
        </p:txBody>
      </p:sp>
      <p:sp>
        <p:spPr>
          <a:xfrm>
            <a:off x="0" y="18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box180</a:t>
            </a:r>
          </a:p>
        </p:txBody>
      </p:sp>
      <p:sp>
        <p:spPr>
          <a:xfrm>
            <a:off x="0" y="18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box181</a:t>
            </a:r>
          </a:p>
        </p:txBody>
      </p:sp>
      <p:sp>
        <p:spPr>
          <a:xfrm>
            <a:off x="0" y="18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box182</a:t>
            </a:r>
          </a:p>
        </p:txBody>
      </p:sp>
      <p:sp>
        <p:spPr>
          <a:xfrm>
            <a:off x="0" y="18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box183</a:t>
            </a:r>
          </a:p>
        </p:txBody>
      </p:sp>
      <p:sp>
        <p:spPr>
          <a:xfrm>
            <a:off x="0" y="18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box184</a:t>
            </a:r>
          </a:p>
        </p:txBody>
      </p:sp>
      <p:sp>
        <p:spPr>
          <a:xfrm>
            <a:off x="0" y="18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box185</a:t>
            </a:r>
          </a:p>
        </p:txBody>
      </p:sp>
      <p:sp>
        <p:spPr>
          <a:xfrm>
            <a:off x="0" y="18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box186</a:t>
            </a:r>
          </a:p>
        </p:txBody>
      </p:sp>
      <p:sp>
        <p:spPr>
          <a:xfrm>
            <a:off x="0" y="18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box187</a:t>
            </a:r>
          </a:p>
        </p:txBody>
      </p:sp>
      <p:sp>
        <p:spPr>
          <a:xfrm>
            <a:off x="0" y="18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box188</a:t>
            </a:r>
          </a:p>
        </p:txBody>
      </p:sp>
      <p:sp>
        <p:spPr>
          <a:xfrm>
            <a:off x="0" y="18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box189</a:t>
            </a:r>
          </a:p>
        </p:txBody>
      </p:sp>
      <p:sp>
        <p:spPr>
          <a:xfrm>
            <a:off x="0" y="190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box190</a:t>
            </a:r>
          </a:p>
        </p:txBody>
      </p:sp>
      <p:sp>
        <p:spPr>
          <a:xfrm>
            <a:off x="0" y="191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box191</a:t>
            </a:r>
          </a:p>
        </p:txBody>
      </p:sp>
      <p:sp>
        <p:spPr>
          <a:xfrm>
            <a:off x="0" y="192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box192</a:t>
            </a:r>
          </a:p>
        </p:txBody>
      </p:sp>
      <p:sp>
        <p:spPr>
          <a:xfrm>
            <a:off x="0" y="193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box193</a:t>
            </a:r>
          </a:p>
        </p:txBody>
      </p:sp>
      <p:sp>
        <p:spPr>
          <a:xfrm>
            <a:off x="0" y="194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box194</a:t>
            </a:r>
          </a:p>
        </p:txBody>
      </p:sp>
      <p:sp>
        <p:spPr>
          <a:xfrm>
            <a:off x="0" y="195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box195</a:t>
            </a:r>
          </a:p>
        </p:txBody>
      </p:sp>
      <p:sp>
        <p:spPr>
          <a:xfrm>
            <a:off x="0" y="196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box196</a:t>
            </a:r>
          </a:p>
        </p:txBody>
      </p:sp>
      <p:sp>
        <p:spPr>
          <a:xfrm>
            <a:off x="0" y="197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box197</a:t>
            </a:r>
          </a:p>
        </p:txBody>
      </p:sp>
      <p:sp>
        <p:spPr>
          <a:xfrm>
            <a:off x="0" y="198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box198</a:t>
            </a:r>
          </a:p>
        </p:txBody>
      </p:sp>
      <p:sp>
        <p:spPr>
          <a:xfrm>
            <a:off x="0" y="199000"/>
            <a:ext cx="500000" cy="5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box199</a:t>
            </a:r>
          </a:p>
        </p:txBody>
      </p:sp>
    </p:spTree>
  </p:cSld>
</p:sld>
</file>