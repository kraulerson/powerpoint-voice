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blipFill>
          <a:blip r:embed="rId1">
            <a:alphaModFix amt="50%"/>
          </a:blip>
          <a:srcRect l="25%" t="0" r="25%" b="0"/>
          <a:stretch>
            <a:fillRect/>
          </a:stretch>
        </p:blipFill>
        <p:spPr>
          <a:xfrm>
            <a:off x="0" y="0"/>
            <a:ext cx="2000000" cy="2000000"/>
          </a:xfrm>
        </p:spPr>
      </p:pic>
      <p:pic>
        <p:blipFill>
          <a:blip r:embed="rId1"/>
          <a:srcRect l="0" t="25000" r="0" b="25000"/>
          <a:stretch>
            <a:fillRect/>
          </a:stretch>
        </p:blipFill>
        <p:spPr>
          <a:xfrm>
            <a:off x="2000000" y="0"/>
            <a:ext cx="2000000" cy="2000000"/>
          </a:xfrm>
        </p:spPr>
      </p:pic>
      <p:pic>
        <p:blipFill>
          <a:blip r:embed="rId1"/>
          <a:srcRect l="10000" t="0" r="40000" b="0"/>
          <a:stretch>
            <a:fillRect/>
          </a:stretch>
        </p:blipFill>
        <p:spPr>
          <a:xfrm>
            <a:off x="4000000" y="0"/>
            <a:ext cx="2000000" cy="2000000"/>
          </a:xfrm>
        </p:spPr>
      </p:pic>
      <p:pic>
        <p:blipFill>
          <a:blip r:embed="rId1"/>
          <a:srcRect l="60000" t="0" r="60000" b="0"/>
          <a:stretch>
            <a:fillRect/>
          </a:stretch>
        </p:blipFill>
        <p:spPr>
          <a:xfrm>
            <a:off x="6000000" y="0"/>
            <a:ext cx="2000000" cy="2000000"/>
          </a:xfrm>
        </p:spPr>
      </p:pic>
      <p:pic>
        <p:blipFill>
          <a:blip r:embed="rId1">
            <a:alphaModFix amt="banana"/>
          </a:blip>
          <a:srcRect l="banana" t="0" r="0" b="0"/>
          <a:stretch>
            <a:fillRect/>
          </a:stretch>
        </p:blipFill>
        <p:spPr>
          <a:xfrm>
            <a:off x="8000000" y="0"/>
            <a:ext cx="2000000" cy="2000000"/>
          </a:xfrm>
        </p:spPr>
      </p:pic>
    </p:spTree>
  </p:cSld>
</p:sld>
</file>