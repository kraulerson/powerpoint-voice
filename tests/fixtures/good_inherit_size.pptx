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/>
  </p:cSld>
  <p:txStyles>
    <p:titleStyle>
      <a:lvl1pPr>
        <a:defRPr sz="4000"/>
      </a:lvl1pPr>
    </p:titleStyle>
    <p:bodyStyle>
      <a:lvl1pPr>
        <a:defRPr sz="2400"/>
      </a:lvl1pPr>
      <a:lvl2pPr>
        <a:defRPr sz="2000"/>
      </a:lvl2pPr>
    </p:bodyStyle>
    <p:otherStyle>
      <a:lvl1pPr>
        <a:defRPr sz="1800"/>
      </a:lvl1pPr>
    </p:otherStyle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sp>
        <p:nvSpPr>
          <p:cNvPr id="2" name="P"/>
          <p:cNvSpPr/>
          <p:nvPr>
            <p:ph type="title"/>
          </p:nvPr>
        </p:nvSpPr>
        <p:spPr>
          <a:xfrm>
            <a:off x="600000" y="400000"/>
            <a:ext cx="11000000" cy="1500000"/>
          </a:xfrm>
        </p:spPr>
        <p:txBody>
          <a:p>
            <a:r>
              <a:t>Header</a:t>
            </a:r>
          </a:p>
        </p:txBody>
      </p:sp>
      <p:sp>
        <p:nvSpPr>
          <p:cNvPr id="2" name="P"/>
          <p:cNvSpPr/>
          <p:nvPr>
            <p:ph type="body"/>
          </p:nvPr>
        </p:nvSpPr>
        <p:spPr>
          <a:xfrm>
            <a:off x="600000" y="2200000"/>
            <a:ext cx="11000000" cy="3000000"/>
          </a:xfrm>
        </p:spPr>
        <p:txBody>
          <a:p>
            <a:r>
              <a:t>Body line</a:t>
            </a:r>
          </a:p>
        </p:txBody>
      </p:sp>
    </p:spTree>
  </p:cSld>
</p:sld>
</file>